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Testing &amp; Reporters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Parameterization · JSON data · built-in reporters · Allure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topics · scale tests with data, communicate 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Parameterization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test against many datasets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JSON-Driven Test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fixtures · readable &amp; versioned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8346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862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Reporters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1272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line, dot, html, junit, json, github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204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13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severity, owners, JIRA links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Data-Driven Testing?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test — exercise dozens of scenarios.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anti-pattern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365760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21488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test('login admin',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...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test('login editor',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... */   // 90% same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test('login viewer',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... */   // 90% same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3232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· 3 places to fix when login changes.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DCFCE7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pattern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19472" y="1828800"/>
            <a:ext cx="352044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Shape 15"/>
          <p:cNvSpPr/>
          <p:nvPr/>
        </p:nvSpPr>
        <p:spPr>
          <a:xfrm>
            <a:off x="516636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6"/>
          <p:cNvSpPr/>
          <p:nvPr/>
        </p:nvSpPr>
        <p:spPr>
          <a:xfrm>
            <a:off x="530352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7"/>
          <p:cNvSpPr/>
          <p:nvPr/>
        </p:nvSpPr>
        <p:spPr>
          <a:xfrm>
            <a:off x="5102352" y="21488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role: 'admin'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role: 'editor'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role: 'viewer'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u of users)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test(`login ${u.role}`,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() =&gt;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919472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 body · N executions · 1 place to fix.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Parameterization — The Loop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creates a separate, named test the runner can report 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 '@playwright/test';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cases =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input: 'playwright',     expected: 1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input: 'cypress',        expected: 1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input: '"no results"',   expected: 0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{ input, expected } of cases)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test(`search "${input}" returns ${expected} hit(s)`,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page.goto('/search');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page.getByLabel('Query').fill(input);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page.getByRole('button',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name: 'Search' }).click();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expect(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page.getByRole('article')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).toHaveCount(expected);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8932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its own test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registers a fresh test — independent retries, reports &amp; traces.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93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data in the title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89320" y="2441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Backticks with values make the report readable &amp; filterable.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at file load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893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for-loop runs as Playwright loads the file, not at runtime.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893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state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8932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gets a fresh page — don't mutate shared variables inside the loop.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Parameterizing from JSON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the data — non-devs can edit it, version control loves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test-data/users.json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023360" cy="3108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709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09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202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"valid admin",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"email": "admin@example.com",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"password": "Adm1n!",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"expectUrl": "/dashboard"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"wrong password",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"email": "admin@example.com",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"password": "oops",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"expectUrl": "/login"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tests/login.spec.ts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00200"/>
            <a:ext cx="3749040" cy="3108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956048" y="1709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93208" y="1709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9202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 '@playwright/test';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users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'../test-data/users.json';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u of users)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test(`login — ${u.name}`,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page.goto('/login');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page.getByLabel('Email')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.fill(u.email);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page.getByLabel('Password')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.fill(u.password);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expect(page)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.toHaveURL(u.expectUrl);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Test Data Live?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source that matches the test data's nature.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array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2–5 cases, dev-owned, no localization.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cases = [...]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1363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56432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versioned, easy for QA to maintain.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56432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 from './data.json'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17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99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72784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for spreadsheet users; needs a parser.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72784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papaparse.parse(csv)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API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0080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data — slower &amp; needs cleanup.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fetch('/api/test-users')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1363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 / factory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456432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 the fly — random but reproducible.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456432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faker.person.fullName()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29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27832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29984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72784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base URLs — never hard-code them.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272784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process.env.ADMIN_PASS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Reporters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them in playwright.config.ts — combine multiple.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(default)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Per-test status in the terminal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live updates — ideal for 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dots — minimal, fast 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html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UI with traces, videos &amp; screenshots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junit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— CI integrations (Jenkins, Azure)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json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Machine-readable — feed dashboards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github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annotations on PR diffs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Sharded shard results to merge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playwright.config.ts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0" y="1600200"/>
            <a:ext cx="3108960" cy="3154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5"/>
          <p:cNvSpPr/>
          <p:nvPr/>
        </p:nvSpPr>
        <p:spPr>
          <a:xfrm>
            <a:off x="5596128" y="1709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6"/>
          <p:cNvSpPr/>
          <p:nvPr/>
        </p:nvSpPr>
        <p:spPr>
          <a:xfrm>
            <a:off x="5733288" y="1709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587044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920240"/>
            <a:ext cx="28346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defineConfig({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reporter: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['list'],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['html',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open: 'never',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outputFolder: 'reports/html'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['junit',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outputFile: 'reports/results.xml'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local reporter — open it after every run.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00200"/>
            <a:ext cx="393192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 Report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1097280" cy="2743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passed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2011680"/>
            <a:ext cx="109728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failed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10972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flaky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2468880"/>
            <a:ext cx="3703320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4688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admin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2834640"/>
            <a:ext cx="3703320" cy="292608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8346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editor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200400"/>
            <a:ext cx="3703320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2004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— card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3566160"/>
            <a:ext cx="3703320" cy="292608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5661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empty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counts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overview of the whole suite.</a:t>
            </a:r>
            <a:endParaRPr lang="en-US" sz="10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4884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4864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test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486400" y="2441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 for steps, screenshots, video, trace.</a:t>
            </a:r>
            <a:endParaRPr lang="en-US" sz="10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1752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4864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 integrated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486400" y="33101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through each action and DOM snapshot.</a:t>
            </a:r>
            <a:endParaRPr lang="en-US" sz="10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86200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864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folder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486400" y="4178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and share with the team — no server needed.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 third-party reporter — categorized history, ownership, severity.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2423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709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709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92024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Add the reporter package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-D allure-playwright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Install the Allure CLI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allure-commandline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Run tests + open the report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allure generate ./allure-results -o ./allure-report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allure open ./allure-report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configure it like any reporter: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reporter: [['allure-playwright']]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Allure adds on top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0020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9496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history graphs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9496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rates over time — quickly spot regressions.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1343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owners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94960" y="2587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tests with priority, feature, person responsible.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02666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94960" y="3026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view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394960" y="33009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allure.step() lets you annotate any block.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3989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94960" y="40142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screenshots, logs, JSON to specific steps.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Enriching Tests for Allure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 tests with metadata — the report becomes a living spec.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7772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 } from '@playwright/test';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allure } from 'allure-playwright';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test('checkout with a valid card',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1) Categorise the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allure.epic('Payments');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allure.feature('Checkout');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allure.story('Card payment — happy path');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2) Priority + ownership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allure.severity('critical');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allure.owner('priya@example.com');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3) Link external resources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allure.issue('JIRA-1234', 'https://jira.co/JIRA-1234');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allure.tms('TC-789', 'https://qase.io/TC-789');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4) Group actions into named steps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allure.step('Add an item to the cart', async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page.getByRole('button', { name: 'Add' }).click();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reporters by environment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list + html for readable output. CI: line + junit + blob (for sharded runs).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report folders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reports/, allure-results/, playwright-report/, blob-report/ to .gitignore.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HTML as a CI artifact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GitLab, Jenkins all let you upload and link the report folder.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blob for sharded runs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shard outputs blob; merge with 'npx playwright merge-reports' for a single HTML.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reporters for different audiences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read HTML locally; CI uses line + junit; managers see Allure trends.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with for-of over an array — each iteration registers a separate test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721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template literals in titles so the report tells you which data failed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01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in JSON when QA needs to edit it without touching 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30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sources: inline, CSV, DB/API, Faker, env vars — match to scenario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5973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Built-ins: list, line, dot, html, junit, json, github, blob (sharding)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88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reporter is the local gold standard — trace + video + screenshots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181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adds trends, severity, ownership, JIRA links, step groups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47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combine reporters; HTML as artifact; blob+merge for sharded runs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preview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Model, fixtures, hooks &amp; test organization at scale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Playwright Master Class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wire up an Allure report on a parameterized suite.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playwright.dev/docs/test-reporters   ·   github.com/allure-framework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6</dc:title>
  <dc:subject>PptxGenJS Presentation</dc:subject>
  <dc:creator>Master Class Instructor</dc:creator>
  <cp:lastModifiedBy>Master Class Instructor</cp:lastModifiedBy>
  <cp:revision>1</cp:revision>
  <dcterms:created xsi:type="dcterms:W3CDTF">2026-05-19T07:07:29Z</dcterms:created>
  <dcterms:modified xsi:type="dcterms:W3CDTF">2026-05-19T07:07:29Z</dcterms:modified>
</cp:coreProperties>
</file>