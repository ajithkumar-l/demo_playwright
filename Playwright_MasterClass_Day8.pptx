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 · storage state · HTTP auth · emulation · retries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production-grade features that make real test suites possible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toHaveScreenshot() · pixel diffs · baselines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reuse auth — skip login in every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Authentication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auth, headers, client certs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Options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Timezone, geolocation, viewport, devices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76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flaky tests recover gracefully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the screen LOOKS like, not just what's in the DOM.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18745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AD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00200"/>
            <a:ext cx="1874520" cy="22860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002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258568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551176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1600200"/>
            <a:ext cx="18745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00200"/>
            <a:ext cx="1874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6002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(diff)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98648" y="1965960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98648" y="2258568"/>
            <a:ext cx="1554480" cy="20116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7" name="Shape 15"/>
          <p:cNvSpPr/>
          <p:nvPr/>
        </p:nvSpPr>
        <p:spPr>
          <a:xfrm>
            <a:off x="2898648" y="2551176"/>
            <a:ext cx="1554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Pixel-by-pixel comparison — fails on any unexpected change.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" y="3749040"/>
            <a:ext cx="393192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3192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= baseline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with --update-snapshots; every later run compares against it.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1280160"/>
            <a:ext cx="374904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1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Shape 22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1600200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Snapshot the whole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expect(page)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.toHaveScreenshot('home.png');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Snapshot one element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page.getByRole('main')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).toHaveScreenshot('main.png');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Mask volatile regions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expect(page).toHaveScreenshot({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mask: [page.locator('.timestamp')],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Tune the pixel 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expect(page).toHaveScreenshot({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maxDiffPixelRatio: 0.01,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 — Workflow &amp; Pitfalls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low-flake adoption recipe.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baselines once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--update-snapshots; commit the PNGs alongside the test.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the volatile parts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animations, ads — mask before they ruin every run.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browser version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browser builds antialias differently — lock with Playwright version.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Per-OS baselines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snapshots on the SAME OS that CI uses — fonts differ.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animations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animations: 'disabled' in toHaveScreenshot() makes runs deterministic.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snapshot full pages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72784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pages flake on scrollbars. Snapshot components or above-the-fold.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cookies + localStorage once — reuse the logged-in session across every test.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in once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1892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login flow in a setup file.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134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13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Save state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8872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storageState saves cookies + localStorage to JSON.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2666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026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Reuse in tests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88720" y="33192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playwright.config at the JSON file.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73989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Tests start logged-in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88720" y="4032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login screen — straight to your feature.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846320" y="1280160"/>
            <a:ext cx="374904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3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4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5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1600200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auth.setup.ts — run ONCE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 as setup } from '@playwright/test';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setup('authenticate',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page.getByLabel('Email').fill('me@x.com');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page.getByLabel('Password').fill('pw');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page.getByRole('button',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name: 'Sign in' }).click();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Save cookies + localStorage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page.context().storageState({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'.auth/user.json'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 — Wiring It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setup file, one JSON file, one config — every test starts authenticated.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57200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4297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defineConfig({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projects: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Run setup project 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'setup',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testMatch: /auth\.setup\.ts/,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Real tests depend on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'chromium',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...devices['Desktop Chrome'],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storageState: '.auth/user.json',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dependencies: ['setup'],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08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speed-up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801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tests × 5s login = 500s saved per run.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.auth to .gitignore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80644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real session tokens — never commit.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46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AND localStorage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806440" y="3538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captured, so SPA auth tokens work too.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114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0644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on token expiry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806440" y="4407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project can re-run if the saved state is too old.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Authentication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browser-level auth that the page itself never sees.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— the browser prompt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91640"/>
            <a:ext cx="39319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staging.example.com requires authentication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06040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017520"/>
            <a:ext cx="36576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3520440"/>
            <a:ext cx="1280160" cy="32004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page DOM — Playwright handles it via config.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playwright.config.ts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defineConfig({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HTTP Basic / Digest auth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httpCredentials: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username: 'qa',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password: process.env.QA_PASS,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Custom headers — for tokens, API keys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extraHTTPHeaders: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'X-API-Key': process.env.API_KEY,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— Pretend To Be Anyone, Anywhere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can spoof what the browser reports to the website.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Date() return the time from any zone.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timezoneId: 'Asia/Kolkata'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 navigator.geolocation coordinates.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5643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geolocation: { lat, lng }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7278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browser window size and DPR.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7278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viewport: { width, height }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number, date &amp; language formats.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locale: 'en-IN'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56432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events, user agent, viewport — preset.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5643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...devices['iPhone 13']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scheme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72784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light / dark / no-preference mode.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72784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colorScheme: 'dark'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in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globally, per project, or per test — whichever fits.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project (playwright.config.ts)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572000" cy="3246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4297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'India-Mumbai',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...devices['Desktop Chrome'],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timezoneId:  'Asia/Kolkata',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locale:      'en-IN',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geolocation: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latitude:  19.0760,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longitude: 72.8777,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permissions: ['geolocation'],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'Mobile-Pixel',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use: { ...devices['Pixel 5']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492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test (override at runtime)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1508760"/>
            <a:ext cx="324612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589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32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8288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test.use({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viewport: { width: 1920, height: 1080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colorScheme: 'dark',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test('hero on wide screen',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expect(page).toHaveScreenshot();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3749040"/>
            <a:ext cx="324612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388620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0644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test.use() must be at the top of the file or describe block — never inside a test.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Retries — Why Flake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are insurance, not a fix. But sometimes you need insurance.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blips on third-party calls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527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doesn't fail because of YOU — it fails because a CDN hiccupped. Worth retrying.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0574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039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in animations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304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appears slightly later than auto-wait expected. A second attempt usually catches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2834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ordering side-effects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081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from another test leaking in. RETRIES MASK THE BUG — fix the isolation instead.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611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bugs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858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backend issues. Retries help in CI but flag the bug — they don't make it disappear.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Retries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can be set globally, per project, or even per test.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playwright.config.ts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defineConfig({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Retries ONLY in CI — keep local fast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retries: process.env.CI ? 2 : 0,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The 'flaky' status shows up in reports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when a retry succeeds.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reporter: [['html'], ['list']],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per project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'chromium', retries: 1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'firefox',  retries: 3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 test info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test('checkout', async ({ page })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test.info().retry;  // 0, 1, 2...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in CI only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you want the truth fast — in CI you want green builds.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status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retry passes, the test is marked flaky — track those tests.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state each retry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context, new page — retries don't inherit broken state.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hide bugs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retries climb, your suite is rotting — fix the underlying flake.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— CLI &amp; Debugging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one-off flags for hunting flakes locally.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--retries=3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config for one run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373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--repeat-each=20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test 20× — surface latent flakes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1945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--workers=1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parallelism while triaging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6517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--max-failures=1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the first failure — fast feedback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1089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--forbid-only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CI if anyone left a test.only behind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6616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show-report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'flaky' tab in the HTML report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--headed --slow-mo=500 to watch what really happens.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tests live next to component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them on every PR — gate on a 'visual' tag or scheduled CI job.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 per role, per environment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.auth/admin.json, .auth/editor.json — small JSON files, big speed wins.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the repo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passwords / API keys from process.env — fail fast if they're missing.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belongs in the config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timezone, locale and viewport as project dimensions — not per-test concerns.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flaky tests over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trend, not the snapshot — rising flake rate is a signal, not noise.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testing: await expect(page).toHaveScreenshot() — pixel diffs with masks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721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baselines once with --update-snapshots, commit the PNGs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01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state: log in once, save to JSON, reuse across every test via setup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auth: httpCredentials in config — for basic/digest browser prompts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extraHTTPHeaders adds tokens or API keys to every request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Emulation: timezoneId, locale, geolocation, viewport, devices[...], colorScheme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test.use({...}) overrides emulation per file or describe block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process.env.CI ? 2 : 0 — insurance for CI, truth locally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764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 → retries help but never hide root causes; fix isolation first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preview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design patterns, and a maintainable test architecture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Playwright Master Class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wire up a storage-state setup project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playwright.dev/docs/auth   ·   playwright.dev/docs/test-snapshots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8</dc:title>
  <dc:subject>PptxGenJS Presentation</dc:subject>
  <dc:creator>Master Class Instructor</dc:creator>
  <cp:lastModifiedBy>Master Class Instructor</cp:lastModifiedBy>
  <cp:revision>1</cp:revision>
  <dcterms:created xsi:type="dcterms:W3CDTF">2026-05-20T17:32:55Z</dcterms:created>
  <dcterms:modified xsi:type="dcterms:W3CDTF">2026-05-20T17:32:55Z</dcterms:modified>
</cp:coreProperties>
</file>