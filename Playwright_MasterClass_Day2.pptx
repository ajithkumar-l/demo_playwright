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Advanced UI Controls — Part 1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· Auto-wait · Inspector · Dialogs · Form controls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 · hands-on throughout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Playback — CodeGen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by clicking through your app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965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93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/ Auto-waiting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Playwright tests don't need sleep()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— Playwright Inspector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816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through, see locators, fix faster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/ Dialogs / Pop-ups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· confirm · prompt · beforeunload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246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776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 &amp; Checkboxes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0050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Selecting, asserting, and grouping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89520" y="3840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— Record &amp; Playback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05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05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by interacting with your app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80160" y="1325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around the UI — Playwright watches and writes the code for you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3232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CodeGen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2148840"/>
            <a:ext cx="3931920" cy="2606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22585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22585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22585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246888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— opens a browser + inspector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codegen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on a specific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codegen https://example.com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Pick the browser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codegen --browser=webkit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Emulate a device viewport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codegen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--device="iPhone 13" example.com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945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148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interaction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349240" y="23957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fill, select, hover, drag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249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2679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resilient locators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349240" y="29260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getByRole / getByLabel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5526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2095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 of selectors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49240" y="3456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the page to see the locator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78561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9240" y="37398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assertions on the fly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349240" y="39867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toBeVisible, toHaveText, toHaveValue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31596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42702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resume recording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5349240" y="45171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then continue clicking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— Best Practices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is a starting point — not the final script.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Use as scaffolding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happy path, then refactor by hand into clean, parameterised tests.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8016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3273552" y="128016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630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Improve locators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56432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nth-of-type selectors with getByRole/getByLabel for resilience.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28016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9904" y="128016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630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DO: Extract page objects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72784" y="2194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recorded steps into LoginPage, CheckoutPage classes for reuse.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9067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6"/>
          <p:cNvSpPr/>
          <p:nvPr/>
        </p:nvSpPr>
        <p:spPr>
          <a:xfrm>
            <a:off x="457200" y="3090672"/>
            <a:ext cx="73152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7355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36393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DON'T: Ship recorded code raw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400507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tests are verbose, brittle, and hard to maintain at scale.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309067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0"/>
          <p:cNvSpPr/>
          <p:nvPr/>
        </p:nvSpPr>
        <p:spPr>
          <a:xfrm>
            <a:off x="3273552" y="3090672"/>
            <a:ext cx="73152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7355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56432" y="36393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DON'T: Skip assertions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456432" y="400507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expect(), you have a script — not a test. Add them inside the recorder.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309067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4"/>
          <p:cNvSpPr/>
          <p:nvPr/>
        </p:nvSpPr>
        <p:spPr>
          <a:xfrm>
            <a:off x="6089904" y="3090672"/>
            <a:ext cx="73152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73552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72784" y="36393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DON'T: Record auth every time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72784" y="4005072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storage state once; reuse it across tests for speed.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— Auto-Waiting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apps load asynchronously — your tests must wait correctly.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3232" y="1874520"/>
            <a:ext cx="361188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842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19842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280" y="198424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219456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Selenium-style — fragile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page.click('#submit');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page.waitForTimeout(3000);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did the element appear?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nobody knows. Flaky.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page.click('.confirm');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sleeps are slow, flaky, and waste CI minutes.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3931920" cy="3291840"/>
          </a:xfrm>
          <a:prstGeom prst="rect">
            <a:avLst/>
          </a:prstGeom>
          <a:solidFill>
            <a:srgbClr val="DCFCE7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way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828032" y="1874520"/>
            <a:ext cx="3611880" cy="1691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4"/>
          <p:cNvSpPr/>
          <p:nvPr/>
        </p:nvSpPr>
        <p:spPr>
          <a:xfrm>
            <a:off x="4937760" y="19842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Shape 15"/>
          <p:cNvSpPr/>
          <p:nvPr/>
        </p:nvSpPr>
        <p:spPr>
          <a:xfrm>
            <a:off x="5074920" y="19842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6"/>
          <p:cNvSpPr/>
          <p:nvPr/>
        </p:nvSpPr>
        <p:spPr>
          <a:xfrm>
            <a:off x="5212080" y="198424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7"/>
          <p:cNvSpPr/>
          <p:nvPr/>
        </p:nvSpPr>
        <p:spPr>
          <a:xfrm>
            <a:off x="5010912" y="219456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Auto-wait — no sleeps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'Submit'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'Confirm'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waits for actionability — visible, stable, enabled, receives events.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 Checks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action, Playwright waits until ALL of these are true: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325880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is in the DOM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bounding box, no display:none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2240280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animating — same position over two frames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2697480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disabled attribute on the element or ancestors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3154680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events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by another element at the click point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3611880"/>
            <a:ext cx="365760" cy="36576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(for fill)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is not read-only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" y="4206240"/>
            <a:ext cx="77724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9768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80160" y="4206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timeout: 30 seconds per action. Override with { timeout: 5000 } per call, or globally in config.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Assertions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that auto-retry until they pass — or hit the timeout.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toBeVisible() / toBeHidden()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is on/off 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toHaveText(value)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text matches exactly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toContainText(value)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text contains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toHaveValue(value)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Input/select has a given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toBeChecked() / toBeDisabled()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 / button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toHaveURL(regex|string)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navigated to the right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toHaveCount(n)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 matches n elements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toHaveScreenshot()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regression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280160"/>
            <a:ext cx="310896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4"/>
          <p:cNvSpPr/>
          <p:nvPr/>
        </p:nvSpPr>
        <p:spPr>
          <a:xfrm>
            <a:off x="559612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5"/>
          <p:cNvSpPr/>
          <p:nvPr/>
        </p:nvSpPr>
        <p:spPr>
          <a:xfrm>
            <a:off x="573328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6"/>
          <p:cNvSpPr/>
          <p:nvPr/>
        </p:nvSpPr>
        <p:spPr>
          <a:xfrm>
            <a:off x="587044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60020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Web-first — retries until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page.getByText('Order placed')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).toBeVisible();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vs. plain Jest — fails on first 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.getByText('Order placed')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.isVisible()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).toBe(true);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'expect.soft' for non-fatal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expect.soft(price)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.toHaveText('$99');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" y="4572000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 expect(locator) over awaiting boolean checks — assertions retry, booleans don't.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— Playwright Inspector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 that steps through your test, line by line, alongside the browser.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open the Inspector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709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709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9202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Debug a single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login --debug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Debug all tests (slow)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PWDEBUG=1 npx playwright 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Pause from inside the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page.pause();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execution stops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inspector takes over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4160520"/>
            <a:ext cx="393192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5196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page.pause() also works in headless — drops you into the inspector mid-flow.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459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/ Resume / Pause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4924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one action at a time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317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/ locator hover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349240" y="2560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the page, get a suggested locator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of actions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4924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+ its locator + result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70332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4924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locators inline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349240" y="3931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and re-run without leaving the tool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Toolbox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 for the failure you're chasing.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live, hover for locators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--debug  ·  page.pause()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73552" y="128016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3273552" y="128016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463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13632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56432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mode + time-travel debugger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56432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--ui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89904" y="128016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4"/>
          <p:cNvSpPr/>
          <p:nvPr/>
        </p:nvSpPr>
        <p:spPr>
          <a:xfrm>
            <a:off x="6089904" y="128016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4630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9984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272784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Post-mortem: DOM snapshots, network, console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72784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show-trace trace.zip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309067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457200" y="309067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7355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552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Headed mode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3776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see the browser as the test runs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40080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--headed  ·  --slow-mo=1000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73552" y="309067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3273552" y="309067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27355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13632" y="32552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456432" y="3776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reliable — log values &amp; locator counts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456432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loc.count()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089904" y="309067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Shape 29"/>
          <p:cNvSpPr/>
          <p:nvPr/>
        </p:nvSpPr>
        <p:spPr>
          <a:xfrm>
            <a:off x="6089904" y="309067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73552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29984" y="325526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272784" y="3776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debug &amp; set breakpoints from the editor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272784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Test for VS Code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Boxes, Dialogs &amp; Pop-ups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browser dialogs aren't part of the DOM — handle them with the dialog event.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01168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+ OK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201168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280160"/>
            <a:ext cx="20116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/ Cancel choice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201168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2EAD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80160"/>
            <a:ext cx="2011680" cy="73152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 text value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95160" y="1280160"/>
            <a:ext cx="201168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1280160"/>
            <a:ext cx="201168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4447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beforeunload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page warning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487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" y="2487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" y="2487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69748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Listen BEFORE the action that triggers the dialog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page.on('dialog', async dialog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console.log(dialog.type());     // 'alert' | 'confirm' | 'prompt' | 'beforeunload'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console.log(dialog.message());  // the prompt text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dialog.accept();          // OK — or .accept('answer') for 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await dialog.dismiss();      // Cancel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page.getByRole('button', { name: 'Delete account' }).click();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 — Common Gotchas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listener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435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page.on('dialog', ...) must be attached BEFORE the action that triggers it — otherwise the dialog hangs or auto-dismisses.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behaviour: auto-dismiss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listener, Playwright dismisses dialogs automatically. Your click() won't hang, but the action behind the dialog won't happen either.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" y="2615184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2596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page.once() for one-time dialogs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8620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once instead of on if you only want to handle the next dialog — useful in loops where each iteration triggers a fresh one.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" y="332841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0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prompt() needs a 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5753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dialog.accept('your-text') — passing nothing accepts with an empty string and the app may behave unexpectedly.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40416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beforeunload is special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42885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Page-close confirmation. Triggered by page.close({ runBeforeUnload: true }), not by a regular navigation.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Mutually exclusive choices in a named group — select with .check()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21031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speed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(5–7 days)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AD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523744"/>
            <a:ext cx="118872" cy="118872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(2 days)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880360"/>
            <a:ext cx="228600" cy="228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3749040" cy="3291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6002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By role + name (best)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.getByRole('radio', { name: 'Express'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.check();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By visible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.getByLabel('Express (2 days)')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.check();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Assert which is selected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page.getByLabel('Express (2 days)')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).toBeChecked();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on/off toggles — check, uncheck, setChecked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2377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preferences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228600" cy="228600"/>
          </a:xfrm>
          <a:prstGeom prst="rect">
            <a:avLst/>
          </a:prstGeom>
          <a:solidFill>
            <a:srgbClr val="2EAD33"/>
          </a:solidFill>
          <a:ln w="15240">
            <a:solidFill>
              <a:srgbClr val="2EA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5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updates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228600" cy="228600"/>
          </a:xfrm>
          <a:prstGeom prst="rect">
            <a:avLst/>
          </a:prstGeom>
          <a:solidFill>
            <a:srgbClr val="2EAD33"/>
          </a:solidFill>
          <a:ln w="15240">
            <a:solidFill>
              <a:srgbClr val="2EAD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68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880360"/>
            <a:ext cx="2286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offers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291840"/>
            <a:ext cx="2286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749040" cy="3566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16002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/ uncheck (idempotent — no-op if already in that 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page.getByLabel('Marketing offers').check();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page.getByLabel('Product updates').uncheck();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Toggle from a boolean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.getByLabel('Weekly digest')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.setChecked(wantsDigest);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page.getByLabel('Security alerts')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).toBeChecked();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records interactions into a starter script — refactor before shipping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184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Auto-waiting: visible, stable, enabled, receives events — no more sleep()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0253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assertions retry until the timeout — always prefer expect(locator)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8658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Inspector: --debug, PWDEBUG=1, or page.pause() — step + hover for locators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8950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706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 + UI Mode = post-mortem time-travel for any failure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7355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54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Dialogs: page.on('dialog') BEFORE the trigger; .accept() / .dismiss()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387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Radios &amp; checkboxes: .check(), .uncheck(), .setChecked() + toBeChecked()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preview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8872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UI controls — dropdowns, calendars, frames, file uploads &amp; downloads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Playwright Master Class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20040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hands-on — let's open the Inspector.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playwright.dev/docs/debug   ·   playwright.dev/docs/codegen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2</dc:title>
  <dc:subject>PptxGenJS Presentation</dc:subject>
  <dc:creator>Master Class Instructor</dc:creator>
  <cp:lastModifiedBy>Master Class Instructor</cp:lastModifiedBy>
  <cp:revision>1</cp:revision>
  <dcterms:created xsi:type="dcterms:W3CDTF">2026-05-12T06:12:07Z</dcterms:created>
  <dcterms:modified xsi:type="dcterms:W3CDTF">2026-05-12T06:12:07Z</dcterms:modified>
</cp:coreProperties>
</file>