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777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Class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&amp; Fixtures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914400" cy="4572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fixture · custom fixtures · before/after hooks · grouping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topics · the building blocks of a scalable test suite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37160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371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3990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Fixture — What It 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6276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built-in 'page' object &amp; isolation guarantees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8952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196596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1965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993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Fixtures in Tests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2219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 · multiple fixtures · scopes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0" y="2057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256032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560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587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Fixtures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28163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test() with your own building blocks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8952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15468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154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1821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&amp; Their Types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4107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beforeAll, beforeEach, afterEach, afterAll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89520" y="3246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3232" y="374904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749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37764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&amp; Running Selectively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40050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blocks, tags, --grep, --project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589520" y="3840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Fixture?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fixture is a value the runner sets up before your test and cleans up after.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80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3232" y="178308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fixture is a piece of test infrastructure the runner provides on demand — a browser page, a logged-in user, a temp directory, a fresh database. Each test asks for what it needs by parameter name; the runner does the rest.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13232" y="3657600"/>
            <a:ext cx="1280160" cy="45720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993392" y="36576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130552" y="3657600"/>
            <a:ext cx="128016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9"/>
          <p:cNvSpPr/>
          <p:nvPr/>
        </p:nvSpPr>
        <p:spPr>
          <a:xfrm>
            <a:off x="2130552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10712" y="36576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547872" y="3657600"/>
            <a:ext cx="128016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3547872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Teardown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3232" y="4160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lifecycle every test — automatic isolation.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fixtures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2920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browser tab — per test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29200" y="20299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0" y="2029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BrowserContext (incognito)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029200" y="24140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0" y="2414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browser instance — per worker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029200" y="27980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browserName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00800" y="2798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'chromium' | 'firefox' | 'webkit'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029200" y="3182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00800" y="3182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APIRequestContext for HTTP testing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02920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baseURL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relative goto() URLs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'page' Fixture in Practice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fixture you'll use in 90% of tests — fresh tab, fully isolated.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754880" cy="3520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44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344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13441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44805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test, expect } from '@playwright/test';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Destructure the fixture by 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test('home page loads', async ({ page })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page.goto('/');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expect(page).toHaveTitle(/Acme/);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Multiple fixtures in one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test('api + ui', async ({ page, request })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request.post('/api/seed');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page.goto('/dashboard');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expect(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page.getByRole('heading',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name: 'Welcome'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).toBeVisible();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2801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8932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Per-test isolation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89320" y="15727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gets a brand-new page in its own context — no leakage.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148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89320" y="2148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Auto-cleanup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989320" y="24414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closes when the test ends — no boilerplate close() calls.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30175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89320" y="3017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by the runner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989320" y="33101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viewport, locale, baseURL — all come from playwright.config.ts.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38862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98932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share page across tests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989320" y="41788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 the temptation — broken isolation is the #1 cause of flake.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Scopes — How Long Do They Live?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scope to balance speed against isolation.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206240" cy="3291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80160"/>
            <a:ext cx="4206240" cy="73152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5087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(default)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value per test. Best for isolation. The 'page' fixture is here.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3749040"/>
            <a:ext cx="310896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page }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1280160"/>
            <a:ext cx="4206240" cy="3291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0"/>
          <p:cNvSpPr/>
          <p:nvPr/>
        </p:nvSpPr>
        <p:spPr>
          <a:xfrm>
            <a:off x="4709160" y="1280160"/>
            <a:ext cx="4206240" cy="73152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0876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9204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983480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value per worker process — reused across many tests. Use for expensive setup.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257800" y="3749040"/>
            <a:ext cx="310896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4"/>
          <p:cNvSpPr/>
          <p:nvPr/>
        </p:nvSpPr>
        <p:spPr>
          <a:xfrm>
            <a:off x="525780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browser, adminUser }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Custom Fixtures?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same setup repeats in every test, extract it into a fixture.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023360" cy="3291840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beforeEach duplication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13232" y="1828800"/>
            <a:ext cx="3657600" cy="2377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19385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Shape 7"/>
          <p:cNvSpPr/>
          <p:nvPr/>
        </p:nvSpPr>
        <p:spPr>
          <a:xfrm>
            <a:off x="960120" y="19385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8"/>
          <p:cNvSpPr/>
          <p:nvPr/>
        </p:nvSpPr>
        <p:spPr>
          <a:xfrm>
            <a:off x="1097280" y="19385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214884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test.beforeEach(async ({ page })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page.goto('/login');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page.fill('#email', 'a@a.com');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page.fill('#pw', 'pass');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page.click('Sign in');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test('view dashboard', async ({ page })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already logged 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13232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in every file — hard to compose.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280160"/>
            <a:ext cx="3840480" cy="3291840"/>
          </a:xfrm>
          <a:prstGeom prst="rect">
            <a:avLst/>
          </a:prstGeom>
          <a:solidFill>
            <a:srgbClr val="DCFCE7"/>
          </a:solidFill>
          <a:ln w="6350">
            <a:solidFill>
              <a:srgbClr val="2EAD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41732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fixture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919472" y="1828800"/>
            <a:ext cx="3520440" cy="2377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Shape 14"/>
          <p:cNvSpPr/>
          <p:nvPr/>
        </p:nvSpPr>
        <p:spPr>
          <a:xfrm>
            <a:off x="5029200" y="19385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Shape 15"/>
          <p:cNvSpPr/>
          <p:nvPr/>
        </p:nvSpPr>
        <p:spPr>
          <a:xfrm>
            <a:off x="5166360" y="19385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Shape 16"/>
          <p:cNvSpPr/>
          <p:nvPr/>
        </p:nvSpPr>
        <p:spPr>
          <a:xfrm>
            <a:off x="5303520" y="19385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1" name="Text 17"/>
          <p:cNvSpPr/>
          <p:nvPr/>
        </p:nvSpPr>
        <p:spPr>
          <a:xfrm>
            <a:off x="5102352" y="214884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a custom test fixture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test('view dashboard',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({ loggedInPage })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already logged 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expect(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loggedInPage.getByText('Welcome')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).toBeVisible();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919472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typed, composable — define once.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Custom Fixture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base test — provide a value, optionally clean up after.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fixtures/test.ts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4754880" cy="3246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6184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16184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28800"/>
            <a:ext cx="44805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test as base, expect } from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'@playwright/test';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Fixtures = { loggedInPage: Page 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test = base.extend&lt;Fixtures&gt;({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loggedInPage: async ({ page }, use)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1) Setup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page.goto('/login');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page.getByLabel('Email').fill('a@a.com');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page.getByLabel('Password').fill('pass');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page.getByRole('button',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name: 'Sign in' }).click();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2) Hand over to the test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use(page);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3) Teardown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page.context().clearCookies();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tests/use-it.spec.ts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1508760"/>
            <a:ext cx="3108960" cy="2240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Shape 11"/>
          <p:cNvSpPr/>
          <p:nvPr/>
        </p:nvSpPr>
        <p:spPr>
          <a:xfrm>
            <a:off x="5596128" y="16184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733288" y="16184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5870448" y="16184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1828800"/>
            <a:ext cx="28346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Import YOUR test, not @playwright/test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test, expect } from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'../fixtures/test';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test('see welcome banner',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({ loggedInPage })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expect(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loggedInPage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.getByText('Welcome')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).toBeVisible();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0" y="3886200"/>
            <a:ext cx="310896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2EAD33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4023360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43600" y="3886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runs · use() yields · teardown after.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Custom-Fixture Patterns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fixtures you'll write again and again — start with these.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user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loggedInPage — skip login UI for every test.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73552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3273552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4173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13632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user factory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56432" y="1920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unique user via API per test, clean up after.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9904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2"/>
          <p:cNvSpPr/>
          <p:nvPr/>
        </p:nvSpPr>
        <p:spPr>
          <a:xfrm>
            <a:off x="6089904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4173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9984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directory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72784" y="1920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Per-test fs.mkdtempSync — auto-removed in teardown.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6"/>
          <p:cNvSpPr/>
          <p:nvPr/>
        </p:nvSpPr>
        <p:spPr>
          <a:xfrm>
            <a:off x="457200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2783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7280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373075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loginPage, checkoutPage — bundle locators + actions.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73552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0"/>
          <p:cNvSpPr/>
          <p:nvPr/>
        </p:nvSpPr>
        <p:spPr>
          <a:xfrm>
            <a:off x="3273552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227832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13632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service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456432" y="373075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a fake server, return the URL, shut down after.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89904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Shape 24"/>
          <p:cNvSpPr/>
          <p:nvPr/>
        </p:nvSpPr>
        <p:spPr>
          <a:xfrm>
            <a:off x="6089904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3227832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29984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database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272784" y="373075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rows before test, truncate after — true isolation.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Hooks?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callbacks that run code around your tests — not in place of fixtures.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80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3232" y="178308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are functions the runner calls before or after groups of tests. Great for cross-cutting concerns — logging, screenshots on failure, opening shared resources — but not for state injection (use fixtures for that).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13232" y="3566160"/>
            <a:ext cx="3931920" cy="1005840"/>
          </a:xfrm>
          <a:prstGeom prst="rect">
            <a:avLst/>
          </a:prstGeom>
          <a:solidFill>
            <a:srgbClr val="F1F5F9"/>
          </a:solidFill>
          <a:ln w="6350">
            <a:solidFill>
              <a:srgbClr val="2EAD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7033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vs. fixture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68680" y="3931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value in your test? Use a fixture. Need to do something around it? Use a hook.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02920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hook types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002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test.beforeAll()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486400" y="1892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before all tests in the file/describe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28600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test.beforeEach()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486400" y="25786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every individual test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97180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8640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test.afterEach()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486400" y="3264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individual test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657600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48640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test.afterAll()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5486400" y="3950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after all tests have finished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Execution Order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nest with describe blocks — outer hooks wrap inner ones.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754880" cy="3520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44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344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13441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44805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test.beforeAll(() =&gt; { /* A */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test.beforeEach(() =&gt; { /* B */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test.describe('checkout',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test.beforeAll(() =&gt; { /* C */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test.beforeEach(() =&gt; { /* D */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test('case 1', () =&gt; { /* T1 */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test('case 2', () =&gt; { /* T2 */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test.afterEach(() =&gt; { /* E */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test.afterAll(() =&gt; { /* F */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test.afterEach(() =&gt; { /* G */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test.afterAll(() =&gt; { /* H */ });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order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0" y="1554480"/>
            <a:ext cx="411480" cy="24688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1554480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89320" y="1554480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beforeAll (outer)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1847088"/>
            <a:ext cx="411480" cy="24688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184708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9320" y="1847088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beforeAll (inner)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2139696"/>
            <a:ext cx="411480" cy="24688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213969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9320" y="2139696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beforeEach (outer)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0" y="2432304"/>
            <a:ext cx="411480" cy="24688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2432304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89320" y="2432304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beforeEach (inner)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0" y="2724912"/>
            <a:ext cx="411480" cy="24688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272491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89320" y="2724912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runs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0" y="3017520"/>
            <a:ext cx="411480" cy="24688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3017520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89320" y="3017520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afterEach (inner)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3310128"/>
            <a:ext cx="411480" cy="24688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0" y="331012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89320" y="3310128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afterEach (outer)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0" y="3602736"/>
            <a:ext cx="411480" cy="24688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0" y="360273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89320" y="3602736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(repeats for T2)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0" y="3895344"/>
            <a:ext cx="411480" cy="24688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0" y="3895344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89320" y="3895344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afterAll (inner)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0" y="4187952"/>
            <a:ext cx="411480" cy="24688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0" y="418795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89320" y="4187952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afterAll (outer)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Tests with describe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grouping for shared setup, configuration, and report structure.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754880" cy="3520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44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344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13441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44805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test.describe('Checkout @smoke', () =&gt; {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test.beforeEach(async ({ page })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page.goto('/cart');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test.describe('with card',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test('valid card', async () =&gt; { /* ... */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test('declined',   async () =&gt; { /* ... */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test.describe('with PayPal',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test('redirect', async () =&gt; { /* ... */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2801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describe('name', fn)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43600" y="15727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tests, share hooks, nest as deeply as you need.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148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describe.configure({ mode })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943600" y="24414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'serial' to run sequentially, 'parallel' for in-file parallel.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0175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4360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describe.only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943600" y="3310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only this block — great for focused dev runs.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8862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94360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describe.skip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943600" y="41788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an entire group — kept in the report as skipped.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Grouped Tests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your suite from the CLI — by file, title, tag, or project.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280160"/>
            <a:ext cx="402336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checkout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9204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 spec whose path matches 'checkout'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673352"/>
            <a:ext cx="402336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6733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-g "valid card"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92040" y="16733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 whose TITLE matches a regex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402336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0665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-g @smoke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0665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anything tagged @smoke in describe/test titles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459736"/>
            <a:ext cx="402336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4597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--grep-invert @flaky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4597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tests tagged @flaky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2852928"/>
            <a:ext cx="402336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8529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--project=chromium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8529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single project from the config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246120"/>
            <a:ext cx="402336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246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--workers=1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246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parallelism — debug a flaky group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3639312"/>
            <a:ext cx="402336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6393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--repeat-each=20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639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a group to surface flakes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032504"/>
            <a:ext cx="402336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0325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--list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40325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which tests WILL run, no execution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13232" y="4526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combine flags — '--project=firefox -g @smoke' to run smoke on Firefox only.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&amp; Fixtures — Best Practices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1887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fixtures over hooks for state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435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 give you typed, composable values. Hooks should be side-effects only.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90195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883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worker scope for expensive setup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Booting a DB or auth flow once per worker (instead of per test) is a huge speed win.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2615184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596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beforeEach short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8620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it's doing real work, extract to a custom fixture — it'll be reusable and explicit.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3328416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310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teardown — use try/finally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5753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your test fails, fixture cleanup must run. The await use() pattern guarantees 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404164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for selective runs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42885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@smoke, @regression, @flaky — your CI pipeline and your laptop will thank you.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502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— Recap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0759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= value the runner sets up + cleans up automatically per test/worker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544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is the built-in fixture — fresh tab, isolated, configured by playwright.config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202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Scopes: test (default, fresh per test) vs worker (shared across tests)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0487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2860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fixture: test.extend({ name: async ({...}, use) =&gt; { setup; await use; teardown } })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7063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6517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patterns: loggedInPage, page objects, tmp dirs, mock services, seeded DB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3639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0175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Hooks: beforeAll · beforeEach · afterEach · afterAll — nest with describe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0215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3832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vs fixture: hook for side-effects, fixture for values injected into tests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6791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7490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with describe; run subsets with -g, --project, --grep-invert, --list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2EAD33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51960"/>
            <a:ext cx="411480" cy="4114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8872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preview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8872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Model, design patterns, and a maintainable test architecture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4" name="Shape 1"/>
          <p:cNvSpPr/>
          <p:nvPr/>
        </p:nvSpPr>
        <p:spPr>
          <a:xfrm>
            <a:off x="4114800" y="3200400"/>
            <a:ext cx="914400" cy="4572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write a loggedInPage fixture together.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playwright.dev/docs/test-fixtures   ·   playwright.dev/docs/test-annotations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Playwright Master Class - Day 7</dc:title>
  <dc:subject>PptxGenJS Presentation</dc:subject>
  <dc:creator>Master Class Instructor</dc:creator>
  <cp:lastModifiedBy>Master Class Instructor</cp:lastModifiedBy>
  <cp:revision>1</cp:revision>
  <dcterms:created xsi:type="dcterms:W3CDTF">2026-05-19T17:31:55Z</dcterms:created>
  <dcterms:modified xsi:type="dcterms:W3CDTF">2026-05-19T17:31:55Z</dcterms:modified>
</cp:coreProperties>
</file>