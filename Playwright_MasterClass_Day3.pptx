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UI Controls — Part 2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· Mouse · Dropdowns · Auto-suggest · Web tables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topics · keyboard, mouse, dropdowns, tables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&amp; Mouse Actions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modifiers, hover, drag, scroll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Dropdowns (&lt;select&gt;)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2219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selectOption — by value, label, index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Dropdowns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816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selections with Ctrl/Shift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182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/ Auto-Suggest Dropdowns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410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widgets &amp; type-ahead inputs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374904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3776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Web Tables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0050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Rows, cells, filtering, sorting, assertions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8952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— locator-scoped vs. page-wide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572000" cy="3383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fill — replaces value instantly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.getByLabel('Email')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.fill('test@example.com');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pressSequentially — types char-by-char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.getByLabel('Search')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.pressSequentially('playwright', { delay: 50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press — single key or combo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page.getByRole('textbox').press('Enter');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page.keyboard.press('Control+A');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page.keyboard.press('Shift+ArrowRight');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keys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Enter, Tab, Escape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navigation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ArrowUp/Down/Left/Right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within lists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Backspace, Delete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PageUp, PageDown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long content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Home, 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line ends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— F12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keys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3931920"/>
            <a:ext cx="324612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4041648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943600" y="3931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Modifiers: Control, Shift, Alt, Meta — combine with '+'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simple click to drag-and-drop and hover menus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08026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691640"/>
            <a:ext cx="1805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click()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2039112"/>
            <a:ext cx="1805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left-click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56332" y="1234440"/>
            <a:ext cx="208026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92" y="13716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93492" y="1691640"/>
            <a:ext cx="1805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dblclick()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793492" y="2039112"/>
            <a:ext cx="1805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855464" y="1234440"/>
            <a:ext cx="208026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3716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92624" y="1691640"/>
            <a:ext cx="1805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click({ button: 'right' })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992624" y="2039112"/>
            <a:ext cx="1805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/ context menu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7054596" y="1234440"/>
            <a:ext cx="208026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756" y="1371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91756" y="1691640"/>
            <a:ext cx="1805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click({ modifiers: ['Control'] })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7191756" y="2039112"/>
            <a:ext cx="1805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Ctrl+click for multi-select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57200" y="2633472"/>
            <a:ext cx="208026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7063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94360" y="3090672"/>
            <a:ext cx="1805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hover()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594360" y="3438144"/>
            <a:ext cx="1805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menus &amp; tooltips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2656332" y="2633472"/>
            <a:ext cx="208026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3492" y="277063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793492" y="3090672"/>
            <a:ext cx="1805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dragTo(target)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2793492" y="3438144"/>
            <a:ext cx="1805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target drag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855464" y="2633472"/>
            <a:ext cx="208026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624" y="2770632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992624" y="3090672"/>
            <a:ext cx="1805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wheel(dx, dy)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4992624" y="3438144"/>
            <a:ext cx="1805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the page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7054596" y="2633472"/>
            <a:ext cx="208026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1756" y="2770632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191756" y="3090672"/>
            <a:ext cx="1805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page.mouse.move(x,y)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7191756" y="3438144"/>
            <a:ext cx="1805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mouse control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114800"/>
            <a:ext cx="320040" cy="32004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051560" y="402336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Drag &amp; drop: page.getByText('Item A').dragTo(page.getByTestId('drop-zone'))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Dropdowns — &lt;select&gt;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&lt;select&gt; elements — use selectOption(), never click()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3017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3520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103120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4400" y="246888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2468880"/>
            <a:ext cx="3520440" cy="3657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9728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9728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9728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9728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46320" y="1280160"/>
            <a:ext cx="3749040" cy="3337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6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7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8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country = page.getByLabel('Country');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By VALUE attribute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country.selectOption('IN');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By visible LABEL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country.selectOption({ label: 'India'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By INDEX (0-based)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country.selectOption({ index: 0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Assert the current selection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expect(country)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.toHaveValue('IN');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Dropdowns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&lt;select multiple&gt; — pass an array of values, labels, or indexes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30175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(Ctrl-click for multiple)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03120"/>
            <a:ext cx="3520440" cy="3657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3520440" cy="3657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566160"/>
            <a:ext cx="3520440" cy="3657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9728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749040" cy="3337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skills = page.getByLabel('Skills');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an array —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skills.selectOption(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['js', 'ts', 'go']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by label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skills.selectOption([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label: 'JavaScript'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label: 'TypeScript'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label: 'Go'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Clear all selections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skills.selectOption([]);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Kind of Dropdown?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behind it determines how you automate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8892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2788920" cy="73152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&lt;select&gt;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HTML, mobile-friendly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it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&lt;select&gt; in DOM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&lt;option&gt; children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selectOption('IN')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19272" y="1234440"/>
            <a:ext cx="278892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2"/>
          <p:cNvSpPr/>
          <p:nvPr/>
        </p:nvSpPr>
        <p:spPr>
          <a:xfrm>
            <a:off x="3319272" y="1234440"/>
            <a:ext cx="2788920" cy="73152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146304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6432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widget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456432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React-Select, Material UI, Bootstrap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502152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it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502152" y="3063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No &lt;select&gt; tag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role='listbox' / 'option'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502152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502152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+ click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272784" y="1234440"/>
            <a:ext cx="278892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0"/>
          <p:cNvSpPr/>
          <p:nvPr/>
        </p:nvSpPr>
        <p:spPr>
          <a:xfrm>
            <a:off x="6272784" y="1234440"/>
            <a:ext cx="2788920" cy="73152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146304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9944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Auto-suggest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409944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search, address fields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455664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it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455664" y="3063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&lt;input&gt; + dynamic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suggestions list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455664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455664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+ click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/ Custom Dropdowns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React-Select, Material UI, Bootstrap — click to open, click to pick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selectOption() won't work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" y="16916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widgets render as &lt;div&gt; + &lt;ul&gt; structures with ARIA roles — there is no &lt;select&gt; for Playwright to talk to. Treat them as two clicks: open the trigger, then click the option.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05409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trigger to open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37413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— getByRole('option') auto-waits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69417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option you want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014216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with toHaveText or toBeChecked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5029200" y="1280160"/>
            <a:ext cx="3657600" cy="3337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Shape 10"/>
          <p:cNvSpPr/>
          <p:nvPr/>
        </p:nvSpPr>
        <p:spPr>
          <a:xfrm>
            <a:off x="513892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Shape 11"/>
          <p:cNvSpPr/>
          <p:nvPr/>
        </p:nvSpPr>
        <p:spPr>
          <a:xfrm>
            <a:off x="527608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2"/>
          <p:cNvSpPr/>
          <p:nvPr/>
        </p:nvSpPr>
        <p:spPr>
          <a:xfrm>
            <a:off x="541324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3"/>
          <p:cNvSpPr/>
          <p:nvPr/>
        </p:nvSpPr>
        <p:spPr>
          <a:xfrm>
            <a:off x="5212080" y="1600200"/>
            <a:ext cx="33832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 the dropdown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.getByRole('combobox', { name: 'Priority'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Pick an option from the listbox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.getByRole('option', { name: 'High'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Assert the chosen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page.getByRole('combobox', { name: 'Priority'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).toHaveText('High');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Auto-Suggest / Type-Ahead Inputs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few characters, wait for suggestions, pick one — like Google search.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2743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83080"/>
            <a:ext cx="3520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AD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4708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chen|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2194560"/>
            <a:ext cx="35204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194560"/>
            <a:ext cx="3520440" cy="3657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Chennai, Tamil Nadu, India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5156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Chengdu, Sichuan, China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5156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Central Railway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5156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Chenab River, Pakistan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3232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appear after typing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46320" y="1280160"/>
            <a:ext cx="3749040" cy="3337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5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Shape 16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7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city = page.getByPlaceholder('City');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pressSequentially fires keydown/input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triggering the suggestion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city.pressSequentially('chen', { delay: 100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Wait + click — auto-waits for visibility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.getByRole('option', { name: /Chennai/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Verify the input now holds the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expect(city)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.toHaveValue('Chennai, Tamil Nadu, India');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Type-Ahead — Common Gotchas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pressSequentially, not fill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fill() sets the value in one shot; many apps need real keystrokes to trigger their suggestion fetch. Use pressSequentially with a small delay.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83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come from the network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wait for the response (page.waitForResponse) or wait for the option to be visible — never use a fixed sleep.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6151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navigation is reliable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ArrowDown + Enter to pick the first suggestion is often more stable than clicking — it doesn't depend on the visible bounding box.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inputs need a delay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575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UIs debounce 200–300ms before querying. delay: 100 between keystrokes mirrors a human and works with debouncing.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dropdown afterwards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288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assertion runs while the listbox is still open, it can intercept clicks on later elements. Press Escape or click elsewhere first.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Web Tables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Locator-driven: scope to the row, then drill to the cell — no XPath gymnastics.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280160"/>
            <a:ext cx="777240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280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90472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76472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05272" y="1280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1554480"/>
            <a:ext cx="777240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55448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90472" y="155448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Sharma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76472" y="15544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05272" y="155448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1801368"/>
            <a:ext cx="7772400" cy="246888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180136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90472" y="180136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Iyer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76472" y="18013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05272" y="18013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" y="2048256"/>
            <a:ext cx="777240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04825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90472" y="20482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Mehta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76472" y="204825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05272" y="204825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" y="2295144"/>
            <a:ext cx="7772400" cy="246888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229514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90472" y="229514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Singh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76472" y="229514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05272" y="229514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" y="2743200"/>
            <a:ext cx="7772400" cy="1874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28529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960120" y="28529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7280" y="2852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3063240"/>
            <a:ext cx="7498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rows = page.getByRole('table').getByRole('row');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 rows (data + 1 header)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expect(rows).toHaveCount(5);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 a row by its visible 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priyaRow = rows.filter({ hasText: 'Priya Iyer'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Drill into a specific cell by column index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expect(priyaRow.getByRole('cell').nth(2)).toHaveText('Editor');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— Common Operations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cover 90% of table tests.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73736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9903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row by content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rows.filter({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hasText: 'Priya'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6974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3273552" y="1234440"/>
            <a:ext cx="73152" cy="173736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39903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67912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button in a row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56432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row.getByRole(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'button', { name: 'Edit'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).click()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1234440"/>
            <a:ext cx="26974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6089904" y="1234440"/>
            <a:ext cx="73152" cy="173736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39903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84264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specific cell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72784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row.getByRole('cell')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.nth(colIndex)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.textContent()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090672"/>
            <a:ext cx="26974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457200" y="3090672"/>
            <a:ext cx="73152" cy="173736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55264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227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all rows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368503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row 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rows.all())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73552" y="3090672"/>
            <a:ext cx="26974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0"/>
          <p:cNvSpPr/>
          <p:nvPr/>
        </p:nvSpPr>
        <p:spPr>
          <a:xfrm>
            <a:off x="3273552" y="3090672"/>
            <a:ext cx="73152" cy="173736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55264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67912" y="3227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row count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56432" y="368503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expect(rows)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.toHaveCount(10)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9904" y="3090672"/>
            <a:ext cx="26974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4"/>
          <p:cNvSpPr/>
          <p:nvPr/>
        </p:nvSpPr>
        <p:spPr>
          <a:xfrm>
            <a:off x="6089904" y="3090672"/>
            <a:ext cx="73152" cy="173736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255264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84264" y="3227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— wait for change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72784" y="368503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page.click('Next');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expect(rows.first())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.toHaveText(/Page 2/)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Table Helpers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repeated logic so your tests stay readable.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572000" cy="3520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42976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 a row by ID, then click an action in 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actOnRow(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page: Page,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action: 'Edit' | 'Delete'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row =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.getByRole('row')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.filter({ hasText: id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.getByRole('button', { name: action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.click();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 in a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actOnRow(page, '003', 'Edit');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actOnRow(page, '004', 'Delete');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978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first, then drill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7880" y="15727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row, then call getByRole inside it. Reusable &amp; resilient.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9788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index by header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897880" y="24414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column's th index once, then nth() into each row's cells.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9788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structure, not data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897880" y="3310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toHaveCount, toHaveRole over hard-coded text where possible.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9788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inside loops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897880" y="41788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await retries — so flaky data-loading rows still pass cleanly.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Keyboard: fill (instant), pressSequentially (per char), press (single key/combo)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184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Mouse: click, dblclick, right-click via { button: 'right' }, hover, dragTo, wheel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0253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&lt;select&gt;: selectOption('value') · { label } · { index } — never click()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8658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Multi-select: selectOption([...]) — array of values, labels, or indexes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8950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706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dropdowns: click trigger → click option ('combobox' + 'option' roles)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7355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54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Auto-suggest: pressSequentially with delay → wait for option → click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387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getByRole('row') + .filter({ hasText }) + drill into cells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87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preview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8872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iFrames, windows, file upload &amp; download, calendars, screenshots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Playwright Master Class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4114800" y="320040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build a table-driven test together.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playwright.dev/docs/input   ·   playwright.dev/docs/locators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Master Class - Day 3</dc:title>
  <dc:subject>PptxGenJS Presentation</dc:subject>
  <dc:creator>Master Class Instructor</dc:creator>
  <cp:lastModifiedBy>Master Class Instructor</cp:lastModifiedBy>
  <cp:revision>1</cp:revision>
  <dcterms:created xsi:type="dcterms:W3CDTF">2026-05-12T16:29:41Z</dcterms:created>
  <dcterms:modified xsi:type="dcterms:W3CDTF">2026-05-12T16:29:41Z</dcterms:modified>
</cp:coreProperties>
</file>