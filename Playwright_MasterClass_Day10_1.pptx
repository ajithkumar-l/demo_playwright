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04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 CI/CD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pipelines · artifacts · sharding · parallelism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take your tests off your laptop and into the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 CI Environments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 matters · headless · containers · reporters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from GitHub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layout · branch strategy · checkout step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GitHub Actions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.github/workflows/playwright.yml from scratch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E2E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· matrix · artifacts · reading the report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Run Playwright in CI?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runs prove your code works for YOU — CI proves it works for everyone.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tests fit in the lifecycle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914400" cy="45720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691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64792" y="1691640"/>
            <a:ext cx="9144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6479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79192" y="1691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16352" y="1691640"/>
            <a:ext cx="914400" cy="45720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1635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0752" y="16916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67912" y="1691640"/>
            <a:ext cx="91440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6791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merge if a test fails — bugs never reach main.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2743200"/>
            <a:ext cx="3931920" cy="182880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8036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 gives you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315468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environment, every run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OS / browser everyone agrees on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 run on every push &amp; PR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History &amp; trend graphs over time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Parallelism the laptop can't match</a:t>
            </a:r>
            <a:endParaRPr lang="en-US" sz="10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headless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display server — headless: true (or use xvfb if needed).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488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image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0" y="2441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mcr.microsoft.com/playwright includes browsers + deps.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175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0" y="3310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Playwright version locally and in CI — avoid drift.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report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486400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as an artifact so anyone can download &amp; investigate.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Project Locally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folder to a green test run — six terminal commands.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your terminal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97680" cy="3246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023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Create &amp; open a project folder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my-playwright-tests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my-playwright-tests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Scaffold a Playwright project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playwright@latest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pick TypeScript · tests/ · GitHub Actions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Run the sample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Open the HTML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show-report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Write your own test under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tests/my-feature.spec.ts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801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7784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package.json, playwright.config.ts, sample test, .gitignore — all created.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installed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7784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Firefox, WebKit downloaded into the Playwright cache.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17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ready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577840" y="3310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said 'yes', .github/workflows/playwright.yml is already there.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862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a test run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577840" y="4178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'npx playwright test' passes locally, you're ready to push to GitHub.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Project to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code off your laptop and onto github.com — three terminal steps + one click.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Initialize, commit, push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97680" cy="3246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023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First, create an EMPTY repo on github.com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(no README, no .gitignore — keep it empty)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Initialize git in your project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Connect to GitHub &amp; push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https://github.com/&lt;you&gt;/&lt;repo&gt;.git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801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the repo on github.com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7784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'New' → name it → keep it empty (no README) so the push isn't rejected.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Authenticate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7784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 prompts for credentials — use a Personal Access Token or SSH key.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17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'git push' uploads everything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577840" y="3310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tests, config, and the workflow YAML all land in the repo.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862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Watch Actions kick in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577840" y="4178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detects .github/workflows/ and runs your pipeline automatically.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 from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project on disk — locally for dev, automatically for CI.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Locally — manual clone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114800" cy="3246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840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Clone using HTTPS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https://github.com/acme/playwright-tests.git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Move into the directory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playwright-tests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Install dependencies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Install browsers (one-time)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install --with-deps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Run the suite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is just step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 with npm ci + browser install before tests can run.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 feature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0" y="2441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a feature branch; CI builds it and you merge via PR.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017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SSH or HTTPS+token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0" y="3310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tokens for HTTPS; deploy keys for CI access.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does the clone for you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0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has actions/checkout — no commands needed in YAML.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 Actions?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CI built into every GitHub repo — describe the pipeline in a YAML file.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under .github/workflows/ that defines what to run.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playwright.yml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(on:)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starts the workflow — push, pull_request, schedule, manual.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5643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72784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steps that runs on a runner. Jobs can run in parallel.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7278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 test: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VM/container the job runs on — ubuntu-latest is the default.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4008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 ubuntu-latest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56432" y="36850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or reusable action. Steps run in order inside a job.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45643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npm ci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72784" y="36850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building block from the marketplace.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272784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actions/checkout@v4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Playwright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this file in .github/workflows/ — tests run on every push &amp; PR.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.github/workflows/playwright.yml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3246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Playwright Tests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         { branches: [main]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branches: [main]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timeout-minutes: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node-version: 20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npx playwright install --with-deps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npx playwright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if: always()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actions/upload-artifact@v4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playwright-report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playwright-report/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Walkthrough — Step by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block does, and why it's there.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push / pull_request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— run for every push to main and every PR targeting main.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764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runs-on: ubuntu-latest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029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GitHub's hosted Linux runner — fastest, cheapest, and works out of the box.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2377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624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the repo into the runner — without this, the next steps have nothing to run.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971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323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actions/setup-node@v4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Node version your project expects — keep it pinned.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3566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 +  playwright install --with-deps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813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Lockfile-based install, then download browsers AND the Linux system libraries they need.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142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upload-artifact (if: always())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407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HTML report even on failure — that's exactly when you need it most.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the E2E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pushing code to reading the report — the full feedback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536192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536192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Push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84832" y="192024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203704" y="1280160"/>
            <a:ext cx="1536192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203704" y="1280160"/>
            <a:ext cx="1536192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508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9424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Trigger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49424" y="24231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starts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739896" y="192024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3858768" y="1280160"/>
            <a:ext cx="1536192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858768" y="1280160"/>
            <a:ext cx="1536192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5087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04488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Provision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904488" y="24231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 spins up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394960" y="192024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5513832" y="1280160"/>
            <a:ext cx="1536192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5513832" y="1280160"/>
            <a:ext cx="1536192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5087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9552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tests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59552" y="24231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test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050024" y="192024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7168896" y="1280160"/>
            <a:ext cx="1536192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7168896" y="1280160"/>
            <a:ext cx="1536192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50876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14616" y="210312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Artifacts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14616" y="24231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uploaded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GitHub Actions UI you'll see…</a:t>
            </a:r>
            <a:endParaRPr lang="en-US" sz="1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56616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72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check on the PR — merge unblocked</a:t>
            </a:r>
            <a:endParaRPr lang="en-US" sz="10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566160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749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X with a link to the failed job logs</a:t>
            </a:r>
            <a:endParaRPr lang="en-US" sz="105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02336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972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timing — find slow steps</a:t>
            </a:r>
            <a:endParaRPr lang="en-US" sz="10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4023360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749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 from the run's Artifacts section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Browser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more events; run against more browsers in parallel.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triggers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114800" cy="2103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[main, develop]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schedule: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Nightly at 02:00 UTC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cron: '0 2 * * *'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Manual trigger from UI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on 3 browsers in parallel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3749040" cy="2103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5604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9320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3036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fail-fast: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browser: [chromium, firefox, webkit]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npx playwright test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--project=${{ matrix.browser }}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3444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fail-fast: false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34440" y="4114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matrix jobs running even if one fails — see which browsers are broken, not just the first.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Environment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credentials — inject them as encrypted secrets at runtime.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playwright.yml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572000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npx playwright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   ${{ vars.BASE_URL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QA_USER:     ${{ secrets.QA_USER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QA_PASSWORD: ${{ secrets.QA_PASSWORD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CI: true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once in Settings → Secrets and variables → Actions.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in code as process.env.QA_USER.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vs vars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secrets for passwords / tokens, vars for non-sensitive config.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in logs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values are auto-redacted from the workflow logs.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Per-environment values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environments (staging, prod) — each gets its own secrets.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echo secrets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log them; don't pass them as command-line args (visible in ps).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npm ci, not npm install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Lockfile-strict and faster — guarantees the same dependency tree as locally.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node_modules &amp; browsers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actions/cache shaves minutes off every run — Playwright binaries are big.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process.env.CI ? 2 :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against flakes in CI; instant truth on your laptop.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upload the HTML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always() ensures it's saved on failure — that's the only time you really need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Shard, don't increase workers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parallelise within a runner; sharding spreads across runners. Both help.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Playwright in a clean environment — same OS, same browsers, every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4721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Clone: git clone → npm ci → npx playwright install --with-deps → npx playwright test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lives in .github/workflows/playwright.yml — pipeline as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blocks: on (trigger) · jobs · runs-on (runner) · steps · uses (actions)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upload the HTML report as an artifact — if: always() catches failures too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matrix: strategy.matrix.browser runs chromium / firefox / webkit in parallel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3240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13410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npm ci · cache · retries in CI only · upload reports · shard for scale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 complete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days. You can now build, debug, scale and ship a real Playwright suite.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1833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·  Playwright Master Class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1833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01752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 · a complete Playwright foundation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ship the pipeline.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playwright.dev/docs/ci   ·   docs.github.com/actions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2000</Words>
  <Application>Microsoft Office PowerPoint</Application>
  <PresentationFormat>On-screen Show (16:9)</PresentationFormat>
  <Paragraphs>327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10</dc:title>
  <dc:subject>PptxGenJS Presentation</dc:subject>
  <dc:creator>Master Class Instructor</dc:creator>
  <cp:lastModifiedBy>Lakshmanan, Ajithkumar (Cognizant)</cp:lastModifiedBy>
  <cp:revision>2</cp:revision>
  <dcterms:created xsi:type="dcterms:W3CDTF">2026-05-26T10:46:11Z</dcterms:created>
  <dcterms:modified xsi:type="dcterms:W3CDTF">2026-05-26T11:40:32Z</dcterms:modified>
</cp:coreProperties>
</file>