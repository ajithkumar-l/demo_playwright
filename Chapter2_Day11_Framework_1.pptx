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9" r:id="rId40"/>
    <p:sldId id="290" r:id="rId41"/>
    <p:sldId id="291" r:id="rId42"/>
    <p:sldId id="292" r:id="rId43"/>
    <p:sldId id="293" r:id="rId44"/>
    <p:sldId id="294" r:id="rId45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SESSION  ·  DAY 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Design Concepts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Page Object Model, custom commands, structure &amp; reporting — with Copilot's help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657600" cy="777240"/>
          </a:xfrm>
          <a:prstGeom prst="rect">
            <a:avLst/>
          </a:prstGeom>
          <a:solidFill>
            <a:srgbClr val="1E2761"/>
          </a:solidFill>
          <a:ln w="19050">
            <a:solidFill>
              <a:srgbClr val="69D3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30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POM · commands · structure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3246120"/>
            <a:ext cx="3657600" cy="777240"/>
          </a:xfrm>
          <a:prstGeom prst="rect">
            <a:avLst/>
          </a:prstGeom>
          <a:solidFill>
            <a:srgbClr val="1E2761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30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scaffolds your 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one-off scripts to a maintainable test framework — the patterns that scale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Hour Runs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scripts that duplicate logic to a framework that scales with your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30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Design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— the concept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page classes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helper functions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Cypress commands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&amp; test reports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17320"/>
            <a:ext cx="73152" cy="3200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30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for Framework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83480" y="23774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page classes from descriptions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custom commands from duplication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well — three principles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Tips, tricks, and best practices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Framework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548640" cy="731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Design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duplicating selectors and login flows — let structure do the heavy lifting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Object Model — The Concept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in your app gets its own class — selectors and actions live there, not in your tests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3108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POM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657600" cy="178308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login.cy.js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cy.visit(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"/login"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cy.get(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"#email"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).type(...);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 xml:space="preserve"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signup.cy.js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cy.visit(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"/login"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cy.get(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"#email"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).type(...);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selector everywhere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changes? Fix 20 files.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17320"/>
            <a:ext cx="73152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POM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920240"/>
            <a:ext cx="3657600" cy="178308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0116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pages/LoginPage.js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LoginPage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emailInput =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"#email"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visit() {...}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fillEmail(v) {...}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 xml:space="preserve"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any test: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login.visit();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login.fillEmail(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"a@b.c"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changes? Fix one file.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Framework 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Class — Three Parts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class follows the same shape: selectors, actions, and a way to land on the page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1546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365760" cy="365760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locators as fields — change here, fix everywhere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2468880" cy="169164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= "#email";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    = "#pwd";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 = "#sign-in";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31546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26517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554480"/>
            <a:ext cx="365760" cy="365760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that do something on the page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788920"/>
            <a:ext cx="2468880" cy="169164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8346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cy.visit("/login");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fillEmail(v)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cy.get(this.email)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.type(v);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417320"/>
            <a:ext cx="2651760" cy="31546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417320"/>
            <a:ext cx="26517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554480"/>
            <a:ext cx="365760" cy="365760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7220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Higher-level helpers that combine actions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788920"/>
            <a:ext cx="2468880" cy="169164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8346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loginAs(user)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this.visit();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this.fillEmail(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user.email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this.submit();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Framework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LoginPage — Full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+ actions + flows in one file → every login test becomes one 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pages/LoginPage.js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2788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LoginPage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email  =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"[data-cy=email]"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pwd    =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"[data-cy=pwd]"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submit =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"[data-cy=submit]"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</a:rPr>
              <a:t xml:space="preserve"> 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visit()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cy.visit(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"/login"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);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this;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loginAs(u)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cy.get(this.email).type(u.email);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cy.get(this.pwd).type(u.password);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cy.get(this.submit).click();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new LoginPage();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e2e/login.cy.js — clean and readable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4023360" cy="2788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login from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"../pages/LoginPage"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</a:rPr>
              <a:t xml:space="preserve"> 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it(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 can sign in"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cy.fixture(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"users/admin"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.then((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login.visit().loginAs(u);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cy.url().should(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"include"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"/home"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});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Framework Design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Reusable Helper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shared bit of code is a page — keep utilities in support/helpers/ for reuse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support/helpers/format.js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2788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pure JS — no cy.*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 xml:space="preserve"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export function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formatPrice(n)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`$${n.toFixed(2)}`;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 xml:space="preserve"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export function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randomEmail()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const id = Math.random()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.toString(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).slice(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2,8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`qa+${id}@x.co`;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any test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4023360" cy="2788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formatPrice, randomEmail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from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"../support/helpers/format"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 xml:space="preserve"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"shows total"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cy.get(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"[data-cy=total]"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.should(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"have.text"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formatPrice(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 xml:space="preserve"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signup with unique email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cy.get(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"#email"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).type(randomEmail());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Framework Design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Cypress Commands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cy.* commands — chain them like built-ins, share across every test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support/commands.js — define once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2788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Cypress.Commands.add(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(email, pwd) =&gt;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cy.session(email, () =&gt;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cy.request(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"/api/login"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email, pwd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});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 xml:space="preserve"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 cy.login(...) works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every spec file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everywhere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4023360" cy="2788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test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beforeEach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cy.login(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"a@b.c"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"pwd"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 xml:space="preserve"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chainable — child cmd: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Cypress.Commands.add(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"getByCy"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(v) =&gt;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cy.get(`[data-cy=${v}]`)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 xml:space="preserve"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cy.getByCy(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"submit"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).click();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Framework Design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Organising the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structure that scales — every kind of code has a place to live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cypress/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e2e/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auth/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│     └── login.cy.js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└── orders/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└── checkout.cy.js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├──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LoginPage.js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└── CheckoutPage.js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├──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fixtures/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└── users/admin.json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support/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├── commands.js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├── e2e.js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└── helpers/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└── format.js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63440" y="1417320"/>
            <a:ext cx="40233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417320"/>
            <a:ext cx="73152" cy="5303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63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spec files (.cy.js)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039112"/>
            <a:ext cx="40233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39112"/>
            <a:ext cx="73152" cy="5303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84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313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classes — one per page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660904"/>
            <a:ext cx="40233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660904"/>
            <a:ext cx="73152" cy="5303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7066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fixtures/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9352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test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282696"/>
            <a:ext cx="40233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82696"/>
            <a:ext cx="73152" cy="5303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284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support/commands.js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5570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Cypress commands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904488"/>
            <a:ext cx="40233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904488"/>
            <a:ext cx="73152" cy="5303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support/helpers/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178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JS utilities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Framework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Reports with Mocha + Chai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ships with Mocha (test runner) + Chai (assertions) — you already know them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Built-in: spec reporter (terminal)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1645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cypress run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 xml:space="preserve"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Login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✓ admin can sign in (1.2s)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✓ basic user redirects (0.9s)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✗ invalid pwd shows error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 xml:space="preserve"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2 passing  ·  1 failing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default — no setup needed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terminal only — hard to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Upgrade: mochawesome HTML report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4023360" cy="1645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8288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cypress.config.js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reporter: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"mochawesome"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reporterOptions: 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reportDir: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"reports"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overwrite: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html: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json: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3474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HTML report + screenshots + JSON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Shareable, attachable in CI builds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69080"/>
            <a:ext cx="73152" cy="50292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Chai matchers you already use: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.should("be.visible")  ·  .should("have.text", ...)  ·  .should("have.length", 3)  ·  expect(x).to.eq(y)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Framework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Patterns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every Day 11 pattern and when to reach for 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USE 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FRAGMENT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417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+ actions for one page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0" y="1417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LoginPage { email = "#email"; ... 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01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instance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18013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instance everywhere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0" y="1801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new LoginPage();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82296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854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185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JS utility — no cy.*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0" y="21854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randomEmail() { ... }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569464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694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25694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the cy.* namespace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2080" y="25694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Cypress.Commands.add("login", (...) =&gt; ...);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953512"/>
            <a:ext cx="82296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953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command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29535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after another command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12080" y="29535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Cypress.Commands.add("getByCy", (v) =&gt; cy.get(...));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caching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slow login on each test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0" y="3337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cy.session(key, () =&gt; { cy.login(...); });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721608"/>
            <a:ext cx="82296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721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Mochawesome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94560" y="3721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shareable HTML report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12080" y="37216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reporter: "mochawesome"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105656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1056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CLI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94560" y="4105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run with report output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12080" y="41056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cypress run --reporter mochawesome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Framework Design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548640" cy="731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Questions — Framework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Shout out your answers — click to reveal.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questions after Part 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 the Page Object Model?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requires it for every test suite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tests run faster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and actions live in one place — change them once, not in every test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all assertions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 the Page Object Model?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requires it for every test suite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tests run faster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and actions live in one place — change them once, not in every test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288036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all assertions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centralises page-specific code. When the dev team renames #email to [data-cy=user-email], you update LoginPage.js once — not the 30 tests that use it.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you define a reusable cy.login() command?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each spec file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cypress/support/commands.js with Cypress.Commands.add()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cypress.config.js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fixture file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you define a reusable cy.login() command?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each spec file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cypress/support/commands.js with Cypress.Commands.add()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cypress.config.js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fixture file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support/commands.js is loaded before every test by support/e2e.js. Custom commands registered there appear on cy.* in every spec — no imports needed.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difference between a helper function and a custom Cypress command?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the same thing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are pure JS (cy.* not used); custom commands chain on cy.* and use Cypress's queue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run faster than commands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only work in Chrome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difference between a helper function and a custom Cypress command?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the same thing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are pure JS (cy.* not used); custom commands chain on cy.* and use Cypress's queue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run faster than commands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only work in Chrome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are stateless JS utilities (formatPrice, randomEmail). Custom commands integrate with Cypress's command queue, retry, and chaining (cy.login, cy.getByCy).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548640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for Framework 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classes, custom commands, and folder scaffolding — generated from descriptions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Live: Generate a Page Class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page — Copilot writes the class with selectors, actions, and flows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create a Cypress page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object for the Checkout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page at /checkout: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 xml:space="preserve"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selectors (use [data-cy]):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address input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card number input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place order button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 xml:space="preserve"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visit()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fillAddress(addr)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fillCard(num)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placeOrder()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 xml:space="preserve"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new instance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creates CheckoutPage.js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002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CheckoutPage {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address = 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"[data-cy=address]"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card    = 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"[data-cy=card]"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order   = 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"[data-cy=order]"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000000"/>
                </a:solidFill>
              </a:rPr>
              <a:t xml:space="preserve"> 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visit() {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cy.visit(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"/checkout"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this;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fillAddress(v) {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cy.get(this.address).type(v);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fillCard(n) { cy.get(this.card).type(n); }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placeOrder() { cy.get(this.order).click(); }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new CheckoutPage();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Copilot for Framework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Live: Extract a Custom Command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repeated code → "extract this into a Cypress custom command"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same setup, 3 spec files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orders.cy.js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beforeEach(() =&gt;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cy.fixture(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"users/admin"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).then((u) =&gt;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cy.request(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"/api/login"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</a:rPr>
              <a:t xml:space="preserve"> 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8 lines in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products.cy.js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admin.cy.js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settings.cy.js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reports.cy.js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custom command, one 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002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support/commands.js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Cypress.Commands.add(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"loginAs"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(fixture) =&gt;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cy.fixture(fixture).then((u) =&gt;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cy.request(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"/api/login"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</a:rPr>
              <a:t xml:space="preserve"> 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spec file: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beforeEach(() =&gt;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cy.loginAs(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"users/admin"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Copilot for Framework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Copilot Well — Three Principles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these to your monitor — they apply to every Copilot session, not just Cypress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clear prompts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Copilot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1737360" cy="0"/>
          </a:xfrm>
          <a:prstGeom prst="line">
            <a:avLst/>
          </a:prstGeom>
          <a:noFill/>
          <a:ln w="6350">
            <a:solidFill>
              <a:srgbClr val="5B65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framework, list the steps, give real values, state the assertion. Vague in = vague out — every time.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80160"/>
            <a:ext cx="2651760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right mode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productivity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03320" y="3154680"/>
            <a:ext cx="1737360" cy="0"/>
          </a:xfrm>
          <a:prstGeom prst="line">
            <a:avLst/>
          </a:prstGeom>
          <a:noFill/>
          <a:ln w="6350">
            <a:solidFill>
              <a:srgbClr val="5B65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291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explanations · Edit for one-file changes · Agent for multi-step scaffolding · Plan when you want to review steps first.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651760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280160"/>
            <a:ext cx="2651760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safe prompting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722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data &amp; stability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92240" y="3154680"/>
            <a:ext cx="1737360" cy="0"/>
          </a:xfrm>
          <a:prstGeom prst="line">
            <a:avLst/>
          </a:prstGeom>
          <a:noFill/>
          <a:ln w="6350">
            <a:solidFill>
              <a:srgbClr val="5B65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291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real customer data, secrets, or API keys. Review every locator, wait, and assertion before accepting.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Copilot for Framework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  &amp;  Tricks for Framework Code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Copilot to scaffold framework code that actually fits your codebase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261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 existing page class first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LoginPage.js before asking for SignupPage. Copilot mirrors the style — naming, exports, conventions.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188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61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1261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selector strategy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45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[data-cy] attributes" → Copilot doesn't fall back to brittle CSS classes for the new page.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04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404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duplication, ask for refactor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788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repeated code → Edit mode → "extract this into a Cypress custom command in support/commands.js".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331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331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404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404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chainable returns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"each action should return this so I can chain" → login.visit().fillEmail(...).submit().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74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47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3547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folder structure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helpers in support/helpers/, pages in pages/" — Copilot writes correct import paths.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474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474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547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547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 config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mochawesome reporter to cypress.config.js with HTML + JSON output to reports/" → done in one prompt.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Copilot for Framework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keep your framework code reusable, readable, and easy to maintain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class per page in the 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55448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 three pages into a single class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7510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19751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selectors at the top as class fields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97510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197510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Sprinkle inline cy.get("#x") in actions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95728"/>
            <a:ext cx="8229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9572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3957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for cross-cutting setup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39572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239572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same beforeEach in every spec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16352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1635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28163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JS helpers for non-Cypress logic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81635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281635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formatting in custom commands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36976"/>
            <a:ext cx="8229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3697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2369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this from page methods for chaining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23697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4920" y="3236976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tests call 5 separate page methods on separate lines when chaining fits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36576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tests by feature in e2e/ subfolders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74920" y="365760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every spec in cypress/e2e/ root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078224"/>
            <a:ext cx="8229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0782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4078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HTML reports for sharing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40782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74920" y="407822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terminal output as the only artefact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Copilot for Framework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548640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Questions — Copilot for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three — click to reveal each answer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want Copilot to write a SignupPage class that matches your team's style. What helps most?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"a really good page class"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 existing LoginPage.js first so Copilot can see your conventions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Specifying the colour scheme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prompt as short as possible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want Copilot to write a SignupPage class that matches your team's style. What helps most?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"a really good page class"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 existing LoginPage.js first so Copilot can see your conventions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Specifying the colour scheme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prompt as short as possible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uses open files as context. With LoginPage.js visible, the new class mirrors your naming, selector strategy, exports, and method style — way less editing afterwards.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got identical login setup in 5 spec files. Best Copilot prompt?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"clean up the tests"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it work better"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"extract this repeated login setup into a Cypress custom command in support/commands.js called cy.loginAs(fixture)"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"refactor"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got identical login setup in 5 spec files. Best Copilot prompt?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"clean up the tests"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it work better"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"extract this repeated login setup into a Cypress custom command in support/commands.js called cy.loginAs(fixture)"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288036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"refactor"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intent → specific refactor. Naming the destination file, the command name, and the parameter signature gives Copilot everything it needs in one shot.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prompt produces the most useful test report?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report"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mochawesome reporter to cypress.config.js with HTML + JSON output written to a reports/ folder, with screenshots on failure"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tests log more"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"reports please"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prompt produces the most useful test report?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report"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mochawesome reporter to cypress.config.js with HTML + JSON output written to a reports/ folder, with screenshots on failure"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tests log more"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"reports please"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reporter, the config file, the output formats, the destination folder, AND the screenshot behaviour leaves no room for guessing. Copilot writes a complete, working config block.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11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habits that turn a pile of scripts into a maintainable test framework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63624"/>
            <a:ext cx="384048" cy="384048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90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— one source of truth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764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and actions live in pages/*.js. Tests describe behaviour, not DOM details.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13432"/>
            <a:ext cx="384048" cy="384048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for cross-cutting setup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cy.loginAs(...) used everywhere beats copy-pasting the same beforeEach into 20 specs.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16936"/>
            <a:ext cx="822960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90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that scales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264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 for tests, pages/ for POMs, fixtures/ for data, support/ for commands &amp; helpers.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822960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13048"/>
            <a:ext cx="384048" cy="384048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739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make results shareable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014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spec output for local dev; mochawesome for CI builds you can attach to a ticket.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Copilot for Framework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2011680"/>
            <a:ext cx="731520" cy="731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session: CI/CD pipelines — running tests on every commit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pick one spec — extract its setup into a custom command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Scaffolds the POM Structure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in Agent mode — Copilot creates pages/, e2e/, fixtures/, and support/ with imports wired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YOUR PROMPT  ·  COPILOT AGENT MODE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scaffold a Cypress POM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framework for a login flow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folders: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cypress/pages/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cypress/e2e/auth/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cypress/fixtures/users/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cypress/support/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files: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pages/LoginPage.js  (POM)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e2e/auth/login.cy.js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fixtures/users/admin.json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support/commands.js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support/e2e.js  (imports)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conventions: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use [data-cy] selectors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this for chaining</a:t>
            </a:r>
            <a:endParaRPr lang="en-US" sz="950" dirty="0"/>
          </a:p>
        </p:txBody>
      </p:sp>
      <p:sp>
        <p:nvSpPr>
          <p:cNvPr id="7" name="Text 7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CREATES THE SCAFFOLD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6344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484632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cypress/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pages/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│   └── LoginPage.js  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e2e/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│   └── auth/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│         └── login.cy.js  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fixtures/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│   └── users/admin.json  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support/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├── commands.js  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└── e2e.js  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7 files generated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imports wired automatically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ready to run: npx cypress run</a:t>
            </a:r>
            <a:endParaRPr lang="en-US" sz="950" dirty="0"/>
          </a:p>
        </p:txBody>
      </p:sp>
      <p:sp>
        <p:nvSpPr>
          <p:cNvPr id="10" name="Text 1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Part 2  ·  Copilot for Framework</a:t>
            </a:r>
            <a:endParaRPr lang="en-US" sz="900" dirty="0"/>
          </a:p>
        </p:txBody>
      </p:sp>
      <p:sp>
        <p:nvSpPr>
          <p:cNvPr id="11" name="Text 1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Folder Structure — Full Scaffold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folder Copilot creates and what lives where — the layout your team will actually maintain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MY-CYPRESS-FRAMEWORK/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cypress/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e2e/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│   ├── auth/login.cy.js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│   └── orders/checkout.cy.js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pages/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│   ├── LoginPage.js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│   └── CheckoutPage.js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fixtures/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│   └── users/admin.json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support/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├── commands.js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├── e2e.js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└── helpers/format.js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(gitignored)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cypress.config.js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900" dirty="0"/>
          </a:p>
        </p:txBody>
      </p:sp>
      <p:sp>
        <p:nvSpPr>
          <p:cNvPr id="7" name="Text 7"/>
          <p:cNvSpPr/>
          <p:nvPr/>
        </p:nvSpPr>
        <p:spPr>
          <a:xfrm>
            <a:off x="4663440" y="1508760"/>
            <a:ext cx="4115520" cy="3108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cypress/e2e/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Test specs grouped by feature folder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cypress/pages/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Page Object classes — one per page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cypress/fixtures/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JSON test data — users, products, etc.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cypress/support/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commands.js + helpers/ shared across specs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Mochawesome HTML + JSON output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cypress.config.js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Reporter, baseUrl, retries, viewport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Scripts (cy:open, cy:run, test:ci)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Setup, structure, how to run + reports</a:t>
            </a:r>
            <a:endParaRPr lang="en-US" sz="1050" dirty="0"/>
          </a:p>
        </p:txBody>
      </p:sp>
      <p:sp>
        <p:nvSpPr>
          <p:cNvPr id="8" name="Text 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Part 2  ·  Copilot for Framework</a:t>
            </a:r>
            <a:endParaRPr lang="en-US" sz="900" dirty="0"/>
          </a:p>
        </p:txBody>
      </p:sp>
      <p:sp>
        <p:nvSpPr>
          <p:cNvPr id="9" name="Text 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Reporting — Install Mochawesome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HTML + JSON reports with screenshots on failure — three installs, one config block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REPORTER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npm install --save-dev \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cypress \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mochawesome \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mochawesome-merge \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mochawesome-report-generator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each one does: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cypress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test runner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mochawesome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JSON + HTML reporter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mochawesome-merge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combine spec JSONs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mochawesome-report-generator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                           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final HTML</a:t>
            </a:r>
            <a:endParaRPr lang="en-US" sz="950" dirty="0"/>
          </a:p>
        </p:txBody>
      </p:sp>
      <p:sp>
        <p:nvSpPr>
          <p:cNvPr id="7" name="Text 7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CYPRESS.CONFIG.JS  ·  WIRE IT UP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6344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484632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{ defineConfig } = </a:t>
            </a: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"cypress"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.exports = </a:t>
            </a: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defineConfig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reporter: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"mochawesome"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reporterOptions: {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reportDir: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"reports/json"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overwrite: </a:t>
            </a: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html:      </a:t>
            </a: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json:      </a:t>
            </a: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e2e: {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baseUrl: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"http://localhost:3000"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screenshotOnRunFailure: </a:t>
            </a: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10" name="Text 1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Part 2  ·  Copilot for Framework</a:t>
            </a:r>
            <a:endParaRPr lang="en-US" sz="900" dirty="0"/>
          </a:p>
        </p:txBody>
      </p:sp>
      <p:sp>
        <p:nvSpPr>
          <p:cNvPr id="11" name="Text 1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NPM Scripts — Local + CI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scripts for daily dev and one-command CI runs — no remembering long flags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PACKAGE.JSON  ·  SCRIPTS BLOCK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"scripts": {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"cy:open"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</a:t>
            </a: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"cypress open"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"cy:run"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 </a:t>
            </a: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"cypress run"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"clean"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  </a:t>
            </a: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"rimraf reports"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"merge"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  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"mochawesome-merge \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reports/json/*.json \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&gt; reports/merged.json"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"report"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 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"marge reports/merged.json \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-o reports/html"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"test:ci"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"npm run clean &amp;&amp; \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cypress run &amp;&amp; \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npm run merge &amp;&amp; \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npm run report"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Text 7"/>
          <p:cNvSpPr/>
          <p:nvPr/>
        </p:nvSpPr>
        <p:spPr>
          <a:xfrm>
            <a:off x="4663440" y="1508760"/>
            <a:ext cx="4115520" cy="3108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cy:open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GUI mode for local debugging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cy:run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Headless run, terminal output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clean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Wipe last run's reports/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merge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Combine per-spec JSON into one file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report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Build the final HTML report</a:t>
            </a:r>
            <a:endParaRPr lang="en-US" sz="10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test:ci</a:t>
            </a: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One command for CI: clean → run → merge → HTML</a:t>
            </a: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CI tip:  </a:t>
            </a: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cypress run exits non-zero on any failure, so the CI step fails the build automatically. Upload </a:t>
            </a: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reports/html/</a:t>
            </a: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as a build artifact.</a:t>
            </a:r>
            <a:endParaRPr lang="en-US" sz="1000" dirty="0"/>
          </a:p>
        </p:txBody>
      </p:sp>
      <p:sp>
        <p:nvSpPr>
          <p:cNvPr id="8" name="Text 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Part 2  ·  Copilot for Framework</a:t>
            </a:r>
            <a:endParaRPr lang="en-US" sz="900" dirty="0"/>
          </a:p>
        </p:txBody>
      </p:sp>
      <p:sp>
        <p:nvSpPr>
          <p:cNvPr id="9" name="Text 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Tests &amp; View the Report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npm script to a browser-rendered HTML report — what each command produces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NPM RUN TEST:CI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Login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admin can sign in  (1.2s)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basic user redirects  (0.9s)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invalid pwd shows error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Checkout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places order with valid card  (2.1s)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passing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·  </a:t>
            </a: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failing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·  </a:t>
            </a:r>
            <a:r>
              <a:rPr lang="en-US" sz="9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✔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written to reports/json/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✔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→ reports/merged.json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✔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built → reports/html/merged.html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✔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Screenshots → cypress/screenshots/</a:t>
            </a:r>
            <a:endParaRPr lang="en-US" sz="900" dirty="0"/>
          </a:p>
        </p:txBody>
      </p:sp>
      <p:sp>
        <p:nvSpPr>
          <p:cNvPr id="7" name="Text 7"/>
          <p:cNvSpPr/>
          <p:nvPr/>
        </p:nvSpPr>
        <p:spPr>
          <a:xfrm>
            <a:off x="4663440" y="1508760"/>
            <a:ext cx="4115520" cy="3108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locally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reports/html/merged.html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as CI artifact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reports/html/ in your pipeline so teammates can open the report straight from the build page.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counts · durations · stack traces · failure screenshots · retry context — all in one shareable HTML page.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one-offs</a:t>
            </a:r>
            <a:endParaRPr lang="en-US" sz="110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cypress open</a:t>
            </a:r>
            <a:r>
              <a:rPr lang="en-US" sz="9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GUI runner</a:t>
            </a:r>
            <a:endParaRPr lang="en-US" sz="95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npx cypress run --spec </a:t>
            </a:r>
            <a:r>
              <a:rPr lang="en-US" sz="950" dirty="0">
                <a:solidFill>
                  <a:srgbClr val="9F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"cypress/e2e/auth/*"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cypress run --browser chrome</a:t>
            </a:r>
            <a:endParaRPr lang="en-US" sz="950" dirty="0"/>
          </a:p>
        </p:txBody>
      </p:sp>
      <p:sp>
        <p:nvSpPr>
          <p:cNvPr id="8" name="Text 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Part 2  ·  Copilot for Framework</a:t>
            </a:r>
            <a:endParaRPr lang="en-US" sz="900" dirty="0"/>
          </a:p>
        </p:txBody>
      </p:sp>
      <p:sp>
        <p:nvSpPr>
          <p:cNvPr id="9" name="Text 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README.md — Six Essential Sections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 that turn raw code into something a new teammate can use on day one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F4F1FE"/>
          </a:solidFill>
          <a:ln w="12700">
            <a:solidFill>
              <a:srgbClr val="E0D6F8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59436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6" name="Text 6"/>
          <p:cNvSpPr/>
          <p:nvPr/>
        </p:nvSpPr>
        <p:spPr>
          <a:xfrm>
            <a:off x="59436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1400" dirty="0"/>
          </a:p>
        </p:txBody>
      </p:sp>
      <p:sp>
        <p:nvSpPr>
          <p:cNvPr id="7" name="Text 7"/>
          <p:cNvSpPr/>
          <p:nvPr/>
        </p:nvSpPr>
        <p:spPr>
          <a:xfrm>
            <a:off x="594360" y="2103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clone… then npm install. List Node ≥ 18, Cypress version, and any system dependencies.</a:t>
            </a:r>
            <a:endParaRPr lang="en-US" sz="1000" dirty="0"/>
          </a:p>
        </p:txBody>
      </p:sp>
      <p:sp>
        <p:nvSpPr>
          <p:cNvPr id="8" name="Shape 8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F4F1FE"/>
          </a:solidFill>
          <a:ln w="12700">
            <a:solidFill>
              <a:srgbClr val="E0D6F8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338328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000" dirty="0"/>
          </a:p>
        </p:txBody>
      </p:sp>
      <p:sp>
        <p:nvSpPr>
          <p:cNvPr id="10" name="Text 10"/>
          <p:cNvSpPr/>
          <p:nvPr/>
        </p:nvSpPr>
        <p:spPr>
          <a:xfrm>
            <a:off x="338328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Folder structure</a:t>
            </a:r>
            <a:endParaRPr lang="en-US" sz="1400" dirty="0"/>
          </a:p>
        </p:txBody>
      </p:sp>
      <p:sp>
        <p:nvSpPr>
          <p:cNvPr id="11" name="Text 11"/>
          <p:cNvSpPr/>
          <p:nvPr/>
        </p:nvSpPr>
        <p:spPr>
          <a:xfrm>
            <a:off x="3383280" y="2103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tree of cypress/ — pages/, e2e/, fixtures/, support/ — with one-line descriptions of each.</a:t>
            </a:r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F4F1FE"/>
          </a:solidFill>
          <a:ln w="12700">
            <a:solidFill>
              <a:srgbClr val="E0D6F8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617220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4"/>
          <p:cNvSpPr/>
          <p:nvPr/>
        </p:nvSpPr>
        <p:spPr>
          <a:xfrm>
            <a:off x="617220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tests</a:t>
            </a:r>
            <a:endParaRPr lang="en-US" sz="1400" dirty="0"/>
          </a:p>
        </p:txBody>
      </p:sp>
      <p:sp>
        <p:nvSpPr>
          <p:cNvPr id="15" name="Text 15"/>
          <p:cNvSpPr/>
          <p:nvPr/>
        </p:nvSpPr>
        <p:spPr>
          <a:xfrm>
            <a:off x="6172200" y="2103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cy:open for the GUI · npm run cy:run headless · npm run test:ci for the full pipeline.</a:t>
            </a:r>
            <a:endParaRPr lang="en-US" sz="1000" dirty="0"/>
          </a:p>
        </p:txBody>
      </p:sp>
      <p:sp>
        <p:nvSpPr>
          <p:cNvPr id="16" name="Shape 16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F4F1FE"/>
          </a:solidFill>
          <a:ln w="12700">
            <a:solidFill>
              <a:srgbClr val="E0D6F8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59436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8" name="Text 18"/>
          <p:cNvSpPr/>
          <p:nvPr/>
        </p:nvSpPr>
        <p:spPr>
          <a:xfrm>
            <a:off x="59436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1400" dirty="0"/>
          </a:p>
        </p:txBody>
      </p:sp>
      <p:sp>
        <p:nvSpPr>
          <p:cNvPr id="19" name="Text 19"/>
          <p:cNvSpPr/>
          <p:nvPr/>
        </p:nvSpPr>
        <p:spPr>
          <a:xfrm>
            <a:off x="59436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Mochawesome works · where HTML lands (reports/html/) · how to open it locally and in CI.</a:t>
            </a:r>
            <a:endParaRPr lang="en-US" sz="1000" dirty="0"/>
          </a:p>
        </p:txBody>
      </p:sp>
      <p:sp>
        <p:nvSpPr>
          <p:cNvPr id="20" name="Shape 20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F4F1FE"/>
          </a:solidFill>
          <a:ln w="12700">
            <a:solidFill>
              <a:srgbClr val="E0D6F8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338328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000" dirty="0"/>
          </a:p>
        </p:txBody>
      </p:sp>
      <p:sp>
        <p:nvSpPr>
          <p:cNvPr id="22" name="Text 22"/>
          <p:cNvSpPr/>
          <p:nvPr/>
        </p:nvSpPr>
        <p:spPr>
          <a:xfrm>
            <a:off x="338328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23" name="Text 23"/>
          <p:cNvSpPr/>
          <p:nvPr/>
        </p:nvSpPr>
        <p:spPr>
          <a:xfrm>
            <a:off x="338328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CYPRESS_BASE_URL, test-user fixtures, secrets handling — never commit credentials to the repo.</a:t>
            </a:r>
            <a:endParaRPr lang="en-US" sz="1000" dirty="0"/>
          </a:p>
        </p:txBody>
      </p:sp>
      <p:sp>
        <p:nvSpPr>
          <p:cNvPr id="24" name="Shape 24"/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F4F1FE"/>
          </a:solidFill>
          <a:ln w="12700">
            <a:solidFill>
              <a:srgbClr val="E0D6F8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617220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000" dirty="0"/>
          </a:p>
        </p:txBody>
      </p:sp>
      <p:sp>
        <p:nvSpPr>
          <p:cNvPr id="26" name="Text 26"/>
          <p:cNvSpPr/>
          <p:nvPr/>
        </p:nvSpPr>
        <p:spPr>
          <a:xfrm>
            <a:off x="617220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 &amp; notes</a:t>
            </a:r>
            <a:endParaRPr lang="en-US" sz="1400" dirty="0"/>
          </a:p>
        </p:txBody>
      </p:sp>
      <p:sp>
        <p:nvSpPr>
          <p:cNvPr id="27" name="Text 27"/>
          <p:cNvSpPr/>
          <p:nvPr/>
        </p:nvSpPr>
        <p:spPr>
          <a:xfrm>
            <a:off x="617220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≥ 18 · app running on baseUrl before tests · [data-cy] selectors throughout.</a:t>
            </a:r>
            <a:endParaRPr lang="en-US" sz="1000" dirty="0"/>
          </a:p>
        </p:txBody>
      </p:sp>
      <p:sp>
        <p:nvSpPr>
          <p:cNvPr id="28" name="Text 2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Part 2  ·  Copilot for Framework</a:t>
            </a:r>
            <a:endParaRPr lang="en-US" sz="900" dirty="0"/>
          </a:p>
        </p:txBody>
      </p:sp>
      <p:sp>
        <p:nvSpPr>
          <p:cNvPr id="29" name="Text 2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Day 11 - Framework Design Concepts</dc:title>
  <dc:subject>PptxGenJS Presentation</dc:subject>
  <dc:creator>PptxGenJS</dc:creator>
  <cp:lastModifiedBy>PptxGenJS</cp:lastModifiedBy>
  <cp:revision>1</cp:revision>
  <dcterms:created xsi:type="dcterms:W3CDTF">2026-05-14T17:04:51Z</dcterms:created>
  <dcterms:modified xsi:type="dcterms:W3CDTF">2026-05-14T17:04:51Z</dcterms:modified>
</cp:coreProperties>
</file>