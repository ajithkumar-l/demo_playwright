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1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Fixtures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fixture · custom fixtures · before/after hooks · grouping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 · the building blocks of a scalable test suite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Fixture — What It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'page' object &amp; isolation guarantees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Fixtures in Tests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· multiple fixtures · scopes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Fixtures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test() with your own building blocks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Their Types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beforeAll, beforeEach, afterEach, afterAll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776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Running Selectively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0050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blocks, tags, --grep, --project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Fixture?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fixture is a value the runner sets up before your test and cleans up after.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fixture is a piece of test infrastructure the runner provides on demand — a browser page, a logged-in user, a temp directory, a unique test ID. Each test asks for what it needs by parameter name; the runner does the rest.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" y="3657600"/>
            <a:ext cx="1280160" cy="45720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13232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93392" y="3657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30552" y="3657600"/>
            <a:ext cx="128016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130552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10712" y="365760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47872" y="3657600"/>
            <a:ext cx="128016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547872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lifecycle every test — automatic isolation.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fixtures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browser tab — per test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0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BrowserContext (incognito)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0" y="2414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2414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browser instance — per worker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0" y="27980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browserName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00800" y="2798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'chromium' | 'firefox' | 'webkit'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0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relative goto() URLs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for this test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'page' Fixture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fixture you'll use in 90% of tests — fresh tab, fully isolated.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 '@playwright/test';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Destructure the fixture by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test('home page loads', async ({ page })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expect(page).toHaveTitle(/Acme/);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fixtures in one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test('browser-aware check',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page, browserName })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test.skip(browserName === 'webkit',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'WebKit not supported yet');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page.goto('/dashboard');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expect(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page.getByRole('heading',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name: 'Welcome'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).toBeVisible();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8932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isolation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893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gets a brand-new page in its own context — no leakage.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893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Auto-cleanup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89320" y="2441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closes when the test ends — no boilerplate close() calls.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by the runner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893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viewport, locale, baseURL — all come from playwright.config.ts.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893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page across tests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8932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the temptation — broken isolation is the #1 cause of flake.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Scopes — How Long Do They Live?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scope to balance speed against isolation.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20624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206240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5087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(default)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value per test. Best for isolation. The 'page' fixture is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3749040"/>
            <a:ext cx="310896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1440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page 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280160"/>
            <a:ext cx="420624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709160" y="1280160"/>
            <a:ext cx="4206240" cy="73152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5087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9204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983480" y="2651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per worker process — reused across many tests. Use for expensive setup.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257800" y="3749040"/>
            <a:ext cx="310896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25780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browser, adminUser }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Custom Fixtures?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same setup repeats in every test, extract it into a fixture.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 duplication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3657600" cy="2377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296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601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09728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96112" y="21488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test.beforeEach(async ({ page })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page.goto('/login');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page.fill('#email', 'a@a.com');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page.fill('#pw', 'pass');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page.click('Sign in');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test('view dashboard', async ({ page })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already logged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13232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 every file — hard to compose.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DCFCE7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fixture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919472" y="1828800"/>
            <a:ext cx="3520440" cy="2377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02920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16636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30352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5102352" y="21488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 custom test fixture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test('view dashboard',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loggedInPage })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already logged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expect(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loggedInPage.getByText('Welcome')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).toBeVisible();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919472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typed, composable — define once.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Custom Fixture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base test — provide a value, optionally clean up after.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fixtures/test.ts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754880" cy="3246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5836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552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3268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480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 as base, expect } from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'@playwright/test';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Fixtures = { loggedInPage: Page };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test = base.extend&lt;Fixtures&gt;({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loggedInPage: async ({ page }, use)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1) Setup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page.goto('/login');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page.getByLabel('Email').fill('a@a.com');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page.getByLabel('Password').fill('pass');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page.getByRole('button',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name: 'Sign in' }).click();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2) Hand over to the 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use(page);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3) Teardown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page.context().clearCookies();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tests/use-it.spec.ts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508760"/>
            <a:ext cx="3108960" cy="22402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96128" y="16184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33288" y="16184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870448" y="16184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0" y="1828800"/>
            <a:ext cx="2834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YOUR test, not @playwright/test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'../fixtures/test';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test('see welcome banner',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loggedInPage })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expect(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loggedInPage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.getByText('Welcome')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).toBeVisible();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3886200"/>
            <a:ext cx="310896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402336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0" y="3886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runs · use() yields · teardown after.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Custom-Fixture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fixtures you'll write again and again — start with these.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loggedInPage — skip login UI for every test.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pages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56432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adminPage, editorPage — pre-built sessions per role.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417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directory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72784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fs.mkdtempSync — auto-removed in teardown.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loginPage, checkoutPage — bundle locators + actions.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1363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builder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56432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unique product / cart payload per test.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22783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9984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state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72784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saved auth state — fastest login pattern.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Hooks?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callbacks that run code around your tests — not in place of fixtures.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3232" y="17830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functions the runner calls before or after groups of tests. Great for cross-cutting concerns — logging, screenshots on failure, opening shared resources — but not for state injection (use fixtures for that).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3232" y="3566160"/>
            <a:ext cx="393192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033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vs. fixture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value in your test? Use a fixture. Need to do something around it? Use a hook.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hook types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002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test.beforeAll()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48640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before all tests in the file/describe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2860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test.beforeEach()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486400" y="2578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individual test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97180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test.afterEach()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486400" y="3264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individual test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65760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test.afterAll()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486400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after all tests have finished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Execution Order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nest with describe blocks — outer hooks wrap inner ones.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test.beforeAll(() =&gt; { /* A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test.beforeEach(() =&gt; { /* B */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test.describe('checkout',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test.beforeAll(() =&gt; { /* C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test.beforeEach(() =&gt; { /* D */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test('case 1', () =&gt; { /* T1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test('case 2', () =&gt; { /* T2 */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test.afterEach(() =&gt; { /* E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test.afterAll(() =&gt; { /* F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test.afterEach(() =&gt; { /* G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test.afterAll(() =&gt; { /* H */ });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order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0" y="155448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55448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 (outer)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847088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0" y="184708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84708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beforeAll (inner)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139696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0" y="213969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13969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 (outer)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2432304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0" y="243230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43230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 (inner)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2724912"/>
            <a:ext cx="411480" cy="24688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0" y="272491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272491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runs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0" y="3017520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0" y="3017520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01752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afterEach (inner)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3310128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0" y="331012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331012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afterEach (outer)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3602736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0" y="360273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60273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(repeats for T2)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3895344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86400" y="3895344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389534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afterAll (inner)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4187952"/>
            <a:ext cx="411480" cy="2468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86400" y="4187952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418795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afterAll (outer)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Tests with describe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grouping for shared setup, configuration, and report 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test.describe('Checkout @smoke', () =&gt;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test.beforeEach(async ({ page })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page.goto('/cart');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test.describe('with card',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test('valid card', async () =&gt; { /* ...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test('declined',   async () =&gt; { /* ...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test.describe('with PayPal',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test('redirect', async () =&gt; { /* ... */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describe('name', fn)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94360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tests, share hooks, nest as deeply as you need.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describe.configure({ mode })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43600" y="2441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'serial' to run sequentially, 'parallel' for in-file parallel.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describe.only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94360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only this block — great for focused dev runs.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436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describe.skip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94360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an entire group — kept in the report as skipped.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Grouped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your suite from the CLI — by file, title, tag, or project.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280160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checkout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spec whose path matches 'checkout'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673352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6733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-g "valid card"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673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whose TITLE matches a regex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0665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-g @smoke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066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anything tagged @smoke in describe/test titles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459736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2459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--grep-invert @flaky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459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tests tagged @flaky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2852928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2852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--project=chromium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single project from the config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246120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3246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--workers=1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46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parallelism — debug a flaky group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3639312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--repeat-each=20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a group to surface flakes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032504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2960" y="4032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--list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032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which tests WILL run, no execution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combine flags — '--project=firefox -g @smoke' to run smoke on Firefox only.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&amp; Fixtures —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fixtures over hooks for 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give you typed, composable values. Hooks should be side-effects only.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worker scope for expensive setup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Booting a DB or auth flow once per worker (instead of per test) is a huge speed win.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beforeEach short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doing real work, extract to a custom fixture — it'll be reusable and explicit.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teardown — use try/finally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your test fails, fixture cleanup must run. The await use() pattern guarantees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for selective runs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@smoke, @regression, @flaky — your CI pipeline and your laptop will thank you.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075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= value the runner sets up + cleans up automatically per test/worker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is the built-in fixture — fresh tab, isolated, configured by playwright.config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391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test (default, fresh per test) vs worker (shared across tests)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fixture: test.extend({ name: async ({...}, use) =&gt; { setup; await use; teardown } })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6517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patterns: loggedInPage, role-based pages, page objects, tmp dirs, storage state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363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beforeAll · beforeEach · afterEach · afterAll — nest with describe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021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vs fixture: hook for side-effects, fixture for values injected into tests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with describe; run subsets with -g, --project, --grep-invert, --list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887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preview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Model, design patterns, and a maintainable test architecture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Playwright Master Class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write a loggedInPage fixture together.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playwright.dev/docs/test-fixtures   ·   playwright.dev/docs/test-annotations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2023</Words>
  <Application>Microsoft Office PowerPoint</Application>
  <PresentationFormat>On-screen Show (16:9)</PresentationFormat>
  <Paragraphs>334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7</dc:title>
  <dc:subject>PptxGenJS Presentation</dc:subject>
  <dc:creator>Master Class Instructor</dc:creator>
  <cp:lastModifiedBy>Lakshmanan, Ajithkumar (Cognizant)</cp:lastModifiedBy>
  <cp:revision>1</cp:revision>
  <dcterms:created xsi:type="dcterms:W3CDTF">2026-05-20T12:10:37Z</dcterms:created>
  <dcterms:modified xsi:type="dcterms:W3CDTF">2026-05-20T12:13:04Z</dcterms:modified>
</cp:coreProperties>
</file>