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Files, Assertions &amp; Annotations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· navigation events · uploads · downloads · expect · @tags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topics · finishing the master class strong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Tabs, Pages &amp; Windows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BrowserContext · popups · multiple tabs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Load Events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41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domcontentloaded, networkidle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8346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862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Upload, Download, Delete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1272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setInputFiles · waitForEvent('download')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204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&amp; Annotations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813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API · test.skip · @smoke tags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Context · Page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concepts to keep straight before handling multiple tabs.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96012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/ Firefox / WebKit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0" y="1645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browser process. Heavy. Shared across many contexts.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804672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468880"/>
            <a:ext cx="73152" cy="96012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432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BrowserContext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4630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isolated, incognito-like session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Cookies, storage, permissions — all scoped here. Each test gets its own.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566160"/>
            <a:ext cx="804672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3566160"/>
            <a:ext cx="73152" cy="96012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404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46304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tab inside a context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usually interact with. A context can have many pages.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New Tabs / Pop-ups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tab is a new Page — listen for it before the trigger fires.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PATTERN: waitForEvent + action (in parallel)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[newTab] = await Promise.all([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context.waitForEvent('page'),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page.getByRole('link', { name: 'Open report' }).click(),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newTab is a fully usable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newTab.waitForLoadState();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expect(newTab).toHaveURL(/\/report/);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it like any other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newTab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'Download PDF'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Close when done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newTab.close();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BEFORE the click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Promise.all so the listener is registered first. Otherwise you miss the event.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5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is a Page object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35040" y="2441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— getByRole, fill, expect — all work on the new tab.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waitForLoadState first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3504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a web-first assertion. Don't act on an empty page.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3504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target='_blank' triggers it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3504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popups; sometimes window.open or middle-click also fire 'page'.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Tabs in One 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tabs are reachable via context.pages() — switch by index or URL.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00200"/>
            <a:ext cx="39319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627632"/>
            <a:ext cx="1234440" cy="310896"/>
          </a:xfrm>
          <a:prstGeom prst="rect">
            <a:avLst/>
          </a:prstGeom>
          <a:solidFill>
            <a:srgbClr val="E2E8F0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276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6276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57400" y="1627632"/>
            <a:ext cx="12344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6276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16276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37560" y="1627632"/>
            <a:ext cx="1234440" cy="310896"/>
          </a:xfrm>
          <a:prstGeom prst="rect">
            <a:avLst/>
          </a:prstGeom>
          <a:solidFill>
            <a:srgbClr val="E2E8F0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6276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16276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8680" y="2103120"/>
            <a:ext cx="3657600" cy="274320"/>
          </a:xfrm>
          <a:prstGeom prst="rect">
            <a:avLst/>
          </a:prstGeom>
          <a:solidFill>
            <a:srgbClr val="F1F5F9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https://app.example.com/report/Q3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page content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context.pages()[1] = this tab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4160520"/>
            <a:ext cx="365760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 open in one BrowserContext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3749040" cy="3337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All pages currently open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pages = context.pages();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console.log(pages.length);   // 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Switch to one by 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pages[1]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'Export'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Or find one by 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report = pages.find(p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p.url().includes('/report')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report?.bringToFront();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Close a specific tab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pages[2].close();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Load Events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load states — each fires at a different point of a page's lifecycle.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7772400" cy="731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655064"/>
            <a:ext cx="237744" cy="237744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changed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90088" y="1655064"/>
            <a:ext cx="237744" cy="23774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domcontentloaded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parsed, DOM ready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93208" y="1655064"/>
            <a:ext cx="237744" cy="237744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loaded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70648" y="1655064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networkidle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requests for 500ms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" y="2331720"/>
            <a:ext cx="777240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4414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24414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244144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265176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Most tests: just navigate — auto-waits to 'load'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page.goto('https://app.example.com');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Faster smoke test — DOM ready is enough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page.goto('/', { waitUntil: 'domcontentloaded'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SPAs / lazy-loaded data — wait for network calm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page.waitForLoadState('networkidle');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Wait for a navigation triggered by an 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Promise.all([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page.waitForURL(/\/dashboard/),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page.getByRole('button', { name: 'Sign in' }).click(),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Load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502920" cy="5029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'load' (no waitUntil)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002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554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page navigations — page.goto() waits here by default.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0195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18562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in 95% of cases. Slow for sites with heavy images.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13232" y="2331720"/>
            <a:ext cx="502920" cy="5029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2" name="Text 8"/>
          <p:cNvSpPr/>
          <p:nvPr/>
        </p:nvSpPr>
        <p:spPr>
          <a:xfrm>
            <a:off x="71323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37160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'domcontentloaded'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4320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2697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markup is ready; fastest. Good for smoke tests.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0449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29992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content (images, JS chunks) won't be ready yet.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713232" y="3474720"/>
            <a:ext cx="502920" cy="5029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9" name="Text 13"/>
          <p:cNvSpPr/>
          <p:nvPr/>
        </p:nvSpPr>
        <p:spPr>
          <a:xfrm>
            <a:off x="713232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37160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'networkidle'</a:t>
            </a:r>
            <a:endParaRPr lang="en-US" sz="14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88620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45920" y="3840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 that fetch data on mount — wait for everything to settle.</a:t>
            </a:r>
            <a:endParaRPr lang="en-US" sz="10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187952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45920" y="41422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hang if the app keeps polling. Prefer web-first asserts.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setInputFiles() — bypasses the native file picker entirely.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2EAD33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files or click to browse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type='file' /&gt;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13232" y="3108960"/>
            <a:ext cx="393192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821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invoice-2026.pdf  ·  42 KB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200400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46320" y="1280160"/>
            <a:ext cx="374904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0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Shape 11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2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3"/>
          <p:cNvSpPr/>
          <p:nvPr/>
        </p:nvSpPr>
        <p:spPr>
          <a:xfrm>
            <a:off x="5029200" y="1600200"/>
            <a:ext cx="3474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Single file (path)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.getByLabel('Upload invoice')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.setInputFiles('./fixtures/invoice.pdf');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Multiple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.getByLabel('Photos')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.setInputFiles(['./a.jpg', './b.jpg']);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From a Buffer (no file on disk)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input.setInputFiles({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'data.csv',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mimeType: 'text/csv',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buffer: Buffer.from('a,b,c\n1,2,3'),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Clear the selection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input.setInputFiles([]);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Download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the 'download' event in parallel with the trigger click.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PATTERN: waitForEvent + 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[download] = await Promise.all([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page.waitForEvent('download'),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page.getByRole('link', { name: 'Export CSV' }).click(),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Suggested filename from the 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console.log(download.suggestedFilename());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Save to a chosen 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saveTo = `./downloads/${download.suggestedFilename()}`;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download.saveAs(saveTo);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Or read as a stream/Buffer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stream = await download.createReadStream();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Assert the file is 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fs from 'fs';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expect(fs.existsSync(saveTo)).toBe(true);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download.path()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temp path Playwright saved it to.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5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download.saveAs(dest)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35040" y="2441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file to your chosen location.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Auto-cleanup after test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3504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files are deleted unless preserved by the trace.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3504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/ failed downloads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3504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download.failure() — null on success.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an Uploaded 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angles: clearing the input on the page, and removing the test fixture from disk.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file from the UI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1828800"/>
            <a:ext cx="3703320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214884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Empty array clears the 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.getByLabel('Resume')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.setInputFiles([]);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Or click the app's own X button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'Remove'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3232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assert the upload is gone: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expect(input).toHaveValue('');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4206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expect(chip).toBeHidden();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173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the file on disk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919472" y="1828800"/>
            <a:ext cx="3703320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6"/>
          <p:cNvSpPr/>
          <p:nvPr/>
        </p:nvSpPr>
        <p:spPr>
          <a:xfrm>
            <a:off x="502920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Shape 17"/>
          <p:cNvSpPr/>
          <p:nvPr/>
        </p:nvSpPr>
        <p:spPr>
          <a:xfrm>
            <a:off x="516636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Shape 18"/>
          <p:cNvSpPr/>
          <p:nvPr/>
        </p:nvSpPr>
        <p:spPr>
          <a:xfrm>
            <a:off x="530352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19"/>
          <p:cNvSpPr/>
          <p:nvPr/>
        </p:nvSpPr>
        <p:spPr>
          <a:xfrm>
            <a:off x="5102352" y="214884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fs from 'fs';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test.afterEach(async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Delete the downloaded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(fs.existsSync(saveTo))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fs.unlinkSync(saveTo);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919472" y="3657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clean up in afterEach so tests stay independent.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919472" y="4069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 tmp dir per test avoids file collisions in parallel runs.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— The expect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assertions retry until they pass or hit the timeout.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9659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toBeVisible() / toBeHidden()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on / off 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toHaveText(value)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text 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toContainText(value)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text 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toHaveValue(value)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or select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toBeEnabled() / toBeDisabled()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control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toBeChecked()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 / radio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toHaveURL(value)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page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toHaveCount(n)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 matches n times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toHaveScreenshot()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280160"/>
            <a:ext cx="3108960" cy="3291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559612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5"/>
          <p:cNvSpPr/>
          <p:nvPr/>
        </p:nvSpPr>
        <p:spPr>
          <a:xfrm>
            <a:off x="573328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587044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60020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Standard — retries until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page.getByText('Saved')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).toBeVisible();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Soft — keeps test running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expect.soft(price)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.toHaveText('$99');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Negated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expect(spinner)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.not.toBeVisible();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Custom timeout (default 5s)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expect(banner)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.toBeVisible({ timeout: 15000 });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— Skip · Only · Fail · Slow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how the runner treats individual tests.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99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test.skip()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this test — marked as skipped in the report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test.skip(isMobile, 'desktop only')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17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67912" y="1399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test.only()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56432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ONLY this test in the file — great for local dev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456432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test.only('one failing case', ...)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173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84264" y="1399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test.fail()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72784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expected to fail — passes if it fails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272784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test.fail(); // known bug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9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2783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test.slow()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0080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the timeout for this test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40080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test.slow(); // heavy workflow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27832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67912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test.fixme()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56432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+ flag for follow-up — appears in reports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3456432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test.fixme('flaky on Safari')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29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27832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84264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test.info().annotations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272784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custom metadata — links, JIRA IDs, etc.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6272784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info.annotations.push({ type:'issue' })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— Grouping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@tags in test titles to slice your suite from the CLI.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Tag inside the title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test('@smoke login works', async ({ page })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test('@regression password reset', async ({ page })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Or the modern { tag } 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test('checkout',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tag: ['@smoke', '@critical']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page }) =&gt;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Whole describe block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test.describe('Payments @flaky',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every test inherits @flaky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tag from the CLI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600200"/>
            <a:ext cx="3108960" cy="3017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5596128" y="17099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733288" y="1709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870448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92024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only @smoke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--grep @smoke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@smoke AND @critical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--grep "@smoke.*@critical"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 @flaky tests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--grep-invert @flaky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&gt; BrowserContext &gt; Page — keep the hierarchy in mind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721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tabs: Promise.all([ context.waitForEvent('page'), click ])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01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tabs all live in context.pages() — index or find by URL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30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states: domcontentloaded → load → networkidle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5973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with setInputFiles(path | paths | { buffer })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88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Download: waitForEvent('download') + download.saveAs(path)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181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setInputFiles([]) for UI; fs.unlinkSync in afterEach for disk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3872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472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assertions retry — use expect(locator), not boolean checks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679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764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Annotations: skip · only · fail · slow · fixme · tags for CLI grep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 complete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887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build, debug, and scale a real Playwright suite.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01752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· 75 slides · one solid foundation in Playwright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build something with it.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   ·   github.com/microsoft/playwright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5</dc:title>
  <dc:subject>PptxGenJS Presentation</dc:subject>
  <dc:creator>Master Class Instructor</dc:creator>
  <cp:lastModifiedBy>Master Class Instructor</cp:lastModifiedBy>
  <cp:revision>1</cp:revision>
  <dcterms:created xsi:type="dcterms:W3CDTF">2026-05-14T16:49:27Z</dcterms:created>
  <dcterms:modified xsi:type="dcterms:W3CDTF">2026-05-14T16:49:27Z</dcterms:modified>
</cp:coreProperties>
</file>